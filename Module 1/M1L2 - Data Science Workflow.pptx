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1"/>
  </p:notesMasterIdLst>
  <p:sldIdLst>
    <p:sldId id="256" r:id="rId2"/>
    <p:sldId id="257" r:id="rId3"/>
    <p:sldId id="258" r:id="rId4"/>
    <p:sldId id="259" r:id="rId5"/>
    <p:sldId id="265" r:id="rId6"/>
    <p:sldId id="261" r:id="rId7"/>
    <p:sldId id="266" r:id="rId8"/>
    <p:sldId id="262" r:id="rId9"/>
    <p:sldId id="263"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B54CB1B-18E4-58BD-053A-9F5E71D03BA9}" v="66" dt="2022-11-23T14:57:47.09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1375" autoAdjust="0"/>
  </p:normalViewPr>
  <p:slideViewPr>
    <p:cSldViewPr snapToGrid="0">
      <p:cViewPr varScale="1">
        <p:scale>
          <a:sx n="58" d="100"/>
          <a:sy n="58" d="100"/>
        </p:scale>
        <p:origin x="1546"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18" Type="http://schemas.openxmlformats.org/officeDocument/2006/relationships/customXml" Target="../customXml/item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20"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customXml" Target="../customXml/item2.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TEL, HIREN J Lt Col USAF AETC AFIT/LSS" userId="S::hiren.patel@us.af.mil::df573836-b4bc-4d9d-bd92-07e878188ee4" providerId="AD" clId="Web-{CB54CB1B-18E4-58BD-053A-9F5E71D03BA9}"/>
    <pc:docChg chg="addSld delSld modSld">
      <pc:chgData name="PATEL, HIREN J Lt Col USAF AETC AFIT/LSS" userId="S::hiren.patel@us.af.mil::df573836-b4bc-4d9d-bd92-07e878188ee4" providerId="AD" clId="Web-{CB54CB1B-18E4-58BD-053A-9F5E71D03BA9}" dt="2022-11-23T14:57:47.093" v="76"/>
      <pc:docMkLst>
        <pc:docMk/>
      </pc:docMkLst>
      <pc:sldChg chg="addSp delSp modSp mod setBg">
        <pc:chgData name="PATEL, HIREN J Lt Col USAF AETC AFIT/LSS" userId="S::hiren.patel@us.af.mil::df573836-b4bc-4d9d-bd92-07e878188ee4" providerId="AD" clId="Web-{CB54CB1B-18E4-58BD-053A-9F5E71D03BA9}" dt="2022-11-23T14:47:04.960" v="0"/>
        <pc:sldMkLst>
          <pc:docMk/>
          <pc:sldMk cId="3829560672" sldId="258"/>
        </pc:sldMkLst>
        <pc:spChg chg="mod">
          <ac:chgData name="PATEL, HIREN J Lt Col USAF AETC AFIT/LSS" userId="S::hiren.patel@us.af.mil::df573836-b4bc-4d9d-bd92-07e878188ee4" providerId="AD" clId="Web-{CB54CB1B-18E4-58BD-053A-9F5E71D03BA9}" dt="2022-11-23T14:47:04.960" v="0"/>
          <ac:spMkLst>
            <pc:docMk/>
            <pc:sldMk cId="3829560672" sldId="258"/>
            <ac:spMk id="2" creationId="{00000000-0000-0000-0000-000000000000}"/>
          </ac:spMkLst>
        </pc:spChg>
        <pc:spChg chg="del">
          <ac:chgData name="PATEL, HIREN J Lt Col USAF AETC AFIT/LSS" userId="S::hiren.patel@us.af.mil::df573836-b4bc-4d9d-bd92-07e878188ee4" providerId="AD" clId="Web-{CB54CB1B-18E4-58BD-053A-9F5E71D03BA9}" dt="2022-11-23T14:47:04.960" v="0"/>
          <ac:spMkLst>
            <pc:docMk/>
            <pc:sldMk cId="3829560672" sldId="258"/>
            <ac:spMk id="3" creationId="{00000000-0000-0000-0000-000000000000}"/>
          </ac:spMkLst>
        </pc:spChg>
        <pc:spChg chg="add">
          <ac:chgData name="PATEL, HIREN J Lt Col USAF AETC AFIT/LSS" userId="S::hiren.patel@us.af.mil::df573836-b4bc-4d9d-bd92-07e878188ee4" providerId="AD" clId="Web-{CB54CB1B-18E4-58BD-053A-9F5E71D03BA9}" dt="2022-11-23T14:47:04.960" v="0"/>
          <ac:spMkLst>
            <pc:docMk/>
            <pc:sldMk cId="3829560672" sldId="258"/>
            <ac:spMk id="9" creationId="{35DB3719-6FDC-4E5D-891D-FF40B7300F64}"/>
          </ac:spMkLst>
        </pc:spChg>
        <pc:spChg chg="add">
          <ac:chgData name="PATEL, HIREN J Lt Col USAF AETC AFIT/LSS" userId="S::hiren.patel@us.af.mil::df573836-b4bc-4d9d-bd92-07e878188ee4" providerId="AD" clId="Web-{CB54CB1B-18E4-58BD-053A-9F5E71D03BA9}" dt="2022-11-23T14:47:04.960" v="0"/>
          <ac:spMkLst>
            <pc:docMk/>
            <pc:sldMk cId="3829560672" sldId="258"/>
            <ac:spMk id="11" creationId="{E0CBAC23-2E3F-4A90-BA59-F8299F6A5439}"/>
          </ac:spMkLst>
        </pc:spChg>
        <pc:graphicFrameChg chg="add">
          <ac:chgData name="PATEL, HIREN J Lt Col USAF AETC AFIT/LSS" userId="S::hiren.patel@us.af.mil::df573836-b4bc-4d9d-bd92-07e878188ee4" providerId="AD" clId="Web-{CB54CB1B-18E4-58BD-053A-9F5E71D03BA9}" dt="2022-11-23T14:47:04.960" v="0"/>
          <ac:graphicFrameMkLst>
            <pc:docMk/>
            <pc:sldMk cId="3829560672" sldId="258"/>
            <ac:graphicFrameMk id="5" creationId="{60C4DB18-BA8A-AB44-0404-942E85322D82}"/>
          </ac:graphicFrameMkLst>
        </pc:graphicFrameChg>
      </pc:sldChg>
      <pc:sldChg chg="modSp">
        <pc:chgData name="PATEL, HIREN J Lt Col USAF AETC AFIT/LSS" userId="S::hiren.patel@us.af.mil::df573836-b4bc-4d9d-bd92-07e878188ee4" providerId="AD" clId="Web-{CB54CB1B-18E4-58BD-053A-9F5E71D03BA9}" dt="2022-11-23T14:57:47.093" v="76"/>
        <pc:sldMkLst>
          <pc:docMk/>
          <pc:sldMk cId="4135504822" sldId="263"/>
        </pc:sldMkLst>
        <pc:spChg chg="mod">
          <ac:chgData name="PATEL, HIREN J Lt Col USAF AETC AFIT/LSS" userId="S::hiren.patel@us.af.mil::df573836-b4bc-4d9d-bd92-07e878188ee4" providerId="AD" clId="Web-{CB54CB1B-18E4-58BD-053A-9F5E71D03BA9}" dt="2022-11-23T14:57:47.093" v="76"/>
          <ac:spMkLst>
            <pc:docMk/>
            <pc:sldMk cId="4135504822" sldId="263"/>
            <ac:spMk id="3" creationId="{00000000-0000-0000-0000-000000000000}"/>
          </ac:spMkLst>
        </pc:spChg>
      </pc:sldChg>
      <pc:sldChg chg="addSp delSp modSp del mod setBg">
        <pc:chgData name="PATEL, HIREN J Lt Col USAF AETC AFIT/LSS" userId="S::hiren.patel@us.af.mil::df573836-b4bc-4d9d-bd92-07e878188ee4" providerId="AD" clId="Web-{CB54CB1B-18E4-58BD-053A-9F5E71D03BA9}" dt="2022-11-23T14:57:26.906" v="74"/>
        <pc:sldMkLst>
          <pc:docMk/>
          <pc:sldMk cId="4043939588" sldId="264"/>
        </pc:sldMkLst>
        <pc:spChg chg="mod">
          <ac:chgData name="PATEL, HIREN J Lt Col USAF AETC AFIT/LSS" userId="S::hiren.patel@us.af.mil::df573836-b4bc-4d9d-bd92-07e878188ee4" providerId="AD" clId="Web-{CB54CB1B-18E4-58BD-053A-9F5E71D03BA9}" dt="2022-11-23T14:50:52.369" v="38"/>
          <ac:spMkLst>
            <pc:docMk/>
            <pc:sldMk cId="4043939588" sldId="264"/>
            <ac:spMk id="2" creationId="{00000000-0000-0000-0000-000000000000}"/>
          </ac:spMkLst>
        </pc:spChg>
        <pc:spChg chg="del">
          <ac:chgData name="PATEL, HIREN J Lt Col USAF AETC AFIT/LSS" userId="S::hiren.patel@us.af.mil::df573836-b4bc-4d9d-bd92-07e878188ee4" providerId="AD" clId="Web-{CB54CB1B-18E4-58BD-053A-9F5E71D03BA9}" dt="2022-11-23T14:49:40.540" v="33"/>
          <ac:spMkLst>
            <pc:docMk/>
            <pc:sldMk cId="4043939588" sldId="264"/>
            <ac:spMk id="3" creationId="{00000000-0000-0000-0000-000000000000}"/>
          </ac:spMkLst>
        </pc:spChg>
        <pc:spChg chg="add del">
          <ac:chgData name="PATEL, HIREN J Lt Col USAF AETC AFIT/LSS" userId="S::hiren.patel@us.af.mil::df573836-b4bc-4d9d-bd92-07e878188ee4" providerId="AD" clId="Web-{CB54CB1B-18E4-58BD-053A-9F5E71D03BA9}" dt="2022-11-23T14:50:52.369" v="38"/>
          <ac:spMkLst>
            <pc:docMk/>
            <pc:sldMk cId="4043939588" sldId="264"/>
            <ac:spMk id="9" creationId="{AE2B703B-46F9-481A-A605-82E2A828C4FA}"/>
          </ac:spMkLst>
        </pc:spChg>
        <pc:spChg chg="add del">
          <ac:chgData name="PATEL, HIREN J Lt Col USAF AETC AFIT/LSS" userId="S::hiren.patel@us.af.mil::df573836-b4bc-4d9d-bd92-07e878188ee4" providerId="AD" clId="Web-{CB54CB1B-18E4-58BD-053A-9F5E71D03BA9}" dt="2022-11-23T14:50:52.369" v="38"/>
          <ac:spMkLst>
            <pc:docMk/>
            <pc:sldMk cId="4043939588" sldId="264"/>
            <ac:spMk id="11" creationId="{F13BE4D7-0C3D-4906-B230-A1C5B4665CCF}"/>
          </ac:spMkLst>
        </pc:spChg>
        <pc:spChg chg="add">
          <ac:chgData name="PATEL, HIREN J Lt Col USAF AETC AFIT/LSS" userId="S::hiren.patel@us.af.mil::df573836-b4bc-4d9d-bd92-07e878188ee4" providerId="AD" clId="Web-{CB54CB1B-18E4-58BD-053A-9F5E71D03BA9}" dt="2022-11-23T14:50:52.369" v="38"/>
          <ac:spMkLst>
            <pc:docMk/>
            <pc:sldMk cId="4043939588" sldId="264"/>
            <ac:spMk id="14" creationId="{955A2079-FA98-4876-80F0-72364A7D2EA4}"/>
          </ac:spMkLst>
        </pc:spChg>
        <pc:spChg chg="add del">
          <ac:chgData name="PATEL, HIREN J Lt Col USAF AETC AFIT/LSS" userId="S::hiren.patel@us.af.mil::df573836-b4bc-4d9d-bd92-07e878188ee4" providerId="AD" clId="Web-{CB54CB1B-18E4-58BD-053A-9F5E71D03BA9}" dt="2022-11-23T14:50:24.072" v="35"/>
          <ac:spMkLst>
            <pc:docMk/>
            <pc:sldMk cId="4043939588" sldId="264"/>
            <ac:spMk id="16" creationId="{955A2079-FA98-4876-80F0-72364A7D2EA4}"/>
          </ac:spMkLst>
        </pc:spChg>
        <pc:spChg chg="add del">
          <ac:chgData name="PATEL, HIREN J Lt Col USAF AETC AFIT/LSS" userId="S::hiren.patel@us.af.mil::df573836-b4bc-4d9d-bd92-07e878188ee4" providerId="AD" clId="Web-{CB54CB1B-18E4-58BD-053A-9F5E71D03BA9}" dt="2022-11-23T14:50:52.338" v="37"/>
          <ac:spMkLst>
            <pc:docMk/>
            <pc:sldMk cId="4043939588" sldId="264"/>
            <ac:spMk id="17" creationId="{257363FD-7E77-4145-9483-331A807ADF0E}"/>
          </ac:spMkLst>
        </pc:spChg>
        <pc:graphicFrameChg chg="add mod modGraphic">
          <ac:chgData name="PATEL, HIREN J Lt Col USAF AETC AFIT/LSS" userId="S::hiren.patel@us.af.mil::df573836-b4bc-4d9d-bd92-07e878188ee4" providerId="AD" clId="Web-{CB54CB1B-18E4-58BD-053A-9F5E71D03BA9}" dt="2022-11-23T14:50:52.369" v="38"/>
          <ac:graphicFrameMkLst>
            <pc:docMk/>
            <pc:sldMk cId="4043939588" sldId="264"/>
            <ac:graphicFrameMk id="5" creationId="{EAC9EB82-9696-5688-DA00-8050421D3749}"/>
          </ac:graphicFrameMkLst>
        </pc:graphicFrameChg>
        <pc:picChg chg="add del">
          <ac:chgData name="PATEL, HIREN J Lt Col USAF AETC AFIT/LSS" userId="S::hiren.patel@us.af.mil::df573836-b4bc-4d9d-bd92-07e878188ee4" providerId="AD" clId="Web-{CB54CB1B-18E4-58BD-053A-9F5E71D03BA9}" dt="2022-11-23T14:50:52.338" v="37"/>
          <ac:picMkLst>
            <pc:docMk/>
            <pc:sldMk cId="4043939588" sldId="264"/>
            <ac:picMk id="13" creationId="{08FD577D-BEDD-D8FC-DF91-9FBD6B9D15D7}"/>
          </ac:picMkLst>
        </pc:picChg>
      </pc:sldChg>
      <pc:sldChg chg="addSp delSp modSp new mod setBg">
        <pc:chgData name="PATEL, HIREN J Lt Col USAF AETC AFIT/LSS" userId="S::hiren.patel@us.af.mil::df573836-b4bc-4d9d-bd92-07e878188ee4" providerId="AD" clId="Web-{CB54CB1B-18E4-58BD-053A-9F5E71D03BA9}" dt="2022-11-23T14:49:06.024" v="32" actId="20577"/>
        <pc:sldMkLst>
          <pc:docMk/>
          <pc:sldMk cId="345306400" sldId="265"/>
        </pc:sldMkLst>
        <pc:spChg chg="mod">
          <ac:chgData name="PATEL, HIREN J Lt Col USAF AETC AFIT/LSS" userId="S::hiren.patel@us.af.mil::df573836-b4bc-4d9d-bd92-07e878188ee4" providerId="AD" clId="Web-{CB54CB1B-18E4-58BD-053A-9F5E71D03BA9}" dt="2022-11-23T14:49:06.024" v="32" actId="20577"/>
          <ac:spMkLst>
            <pc:docMk/>
            <pc:sldMk cId="345306400" sldId="265"/>
            <ac:spMk id="2" creationId="{FE8006A1-6E4A-A3E4-5E88-BB698C49134C}"/>
          </ac:spMkLst>
        </pc:spChg>
        <pc:spChg chg="add del mod">
          <ac:chgData name="PATEL, HIREN J Lt Col USAF AETC AFIT/LSS" userId="S::hiren.patel@us.af.mil::df573836-b4bc-4d9d-bd92-07e878188ee4" providerId="AD" clId="Web-{CB54CB1B-18E4-58BD-053A-9F5E71D03BA9}" dt="2022-11-23T14:48:40.274" v="30"/>
          <ac:spMkLst>
            <pc:docMk/>
            <pc:sldMk cId="345306400" sldId="265"/>
            <ac:spMk id="3" creationId="{DF87120A-F0B8-9F83-4D83-CE32A8C915F1}"/>
          </ac:spMkLst>
        </pc:spChg>
        <pc:spChg chg="add">
          <ac:chgData name="PATEL, HIREN J Lt Col USAF AETC AFIT/LSS" userId="S::hiren.patel@us.af.mil::df573836-b4bc-4d9d-bd92-07e878188ee4" providerId="AD" clId="Web-{CB54CB1B-18E4-58BD-053A-9F5E71D03BA9}" dt="2022-11-23T14:48:40.274" v="30"/>
          <ac:spMkLst>
            <pc:docMk/>
            <pc:sldMk cId="345306400" sldId="265"/>
            <ac:spMk id="7" creationId="{35DB3719-6FDC-4E5D-891D-FF40B7300F64}"/>
          </ac:spMkLst>
        </pc:spChg>
        <pc:spChg chg="add">
          <ac:chgData name="PATEL, HIREN J Lt Col USAF AETC AFIT/LSS" userId="S::hiren.patel@us.af.mil::df573836-b4bc-4d9d-bd92-07e878188ee4" providerId="AD" clId="Web-{CB54CB1B-18E4-58BD-053A-9F5E71D03BA9}" dt="2022-11-23T14:48:40.274" v="30"/>
          <ac:spMkLst>
            <pc:docMk/>
            <pc:sldMk cId="345306400" sldId="265"/>
            <ac:spMk id="8" creationId="{E0CBAC23-2E3F-4A90-BA59-F8299F6A5439}"/>
          </ac:spMkLst>
        </pc:spChg>
        <pc:spChg chg="add del">
          <ac:chgData name="PATEL, HIREN J Lt Col USAF AETC AFIT/LSS" userId="S::hiren.patel@us.af.mil::df573836-b4bc-4d9d-bd92-07e878188ee4" providerId="AD" clId="Web-{CB54CB1B-18E4-58BD-053A-9F5E71D03BA9}" dt="2022-11-23T14:48:25.039" v="27"/>
          <ac:spMkLst>
            <pc:docMk/>
            <pc:sldMk cId="345306400" sldId="265"/>
            <ac:spMk id="9" creationId="{35DB3719-6FDC-4E5D-891D-FF40B7300F64}"/>
          </ac:spMkLst>
        </pc:spChg>
        <pc:spChg chg="add del">
          <ac:chgData name="PATEL, HIREN J Lt Col USAF AETC AFIT/LSS" userId="S::hiren.patel@us.af.mil::df573836-b4bc-4d9d-bd92-07e878188ee4" providerId="AD" clId="Web-{CB54CB1B-18E4-58BD-053A-9F5E71D03BA9}" dt="2022-11-23T14:48:25.039" v="27"/>
          <ac:spMkLst>
            <pc:docMk/>
            <pc:sldMk cId="345306400" sldId="265"/>
            <ac:spMk id="11" creationId="{E0CBAC23-2E3F-4A90-BA59-F8299F6A5439}"/>
          </ac:spMkLst>
        </pc:spChg>
        <pc:graphicFrameChg chg="add del">
          <ac:chgData name="PATEL, HIREN J Lt Col USAF AETC AFIT/LSS" userId="S::hiren.patel@us.af.mil::df573836-b4bc-4d9d-bd92-07e878188ee4" providerId="AD" clId="Web-{CB54CB1B-18E4-58BD-053A-9F5E71D03BA9}" dt="2022-11-23T14:48:25.039" v="27"/>
          <ac:graphicFrameMkLst>
            <pc:docMk/>
            <pc:sldMk cId="345306400" sldId="265"/>
            <ac:graphicFrameMk id="5" creationId="{B16C46EE-A9B6-3B28-0163-329D99BC23AE}"/>
          </ac:graphicFrameMkLst>
        </pc:graphicFrameChg>
        <pc:graphicFrameChg chg="add del">
          <ac:chgData name="PATEL, HIREN J Lt Col USAF AETC AFIT/LSS" userId="S::hiren.patel@us.af.mil::df573836-b4bc-4d9d-bd92-07e878188ee4" providerId="AD" clId="Web-{CB54CB1B-18E4-58BD-053A-9F5E71D03BA9}" dt="2022-11-23T14:48:40.227" v="29"/>
          <ac:graphicFrameMkLst>
            <pc:docMk/>
            <pc:sldMk cId="345306400" sldId="265"/>
            <ac:graphicFrameMk id="6" creationId="{0EF46865-1314-DBFB-4FEB-925604F2D50C}"/>
          </ac:graphicFrameMkLst>
        </pc:graphicFrameChg>
        <pc:graphicFrameChg chg="add">
          <ac:chgData name="PATEL, HIREN J Lt Col USAF AETC AFIT/LSS" userId="S::hiren.patel@us.af.mil::df573836-b4bc-4d9d-bd92-07e878188ee4" providerId="AD" clId="Web-{CB54CB1B-18E4-58BD-053A-9F5E71D03BA9}" dt="2022-11-23T14:48:40.274" v="30"/>
          <ac:graphicFrameMkLst>
            <pc:docMk/>
            <pc:sldMk cId="345306400" sldId="265"/>
            <ac:graphicFrameMk id="10" creationId="{B16C46EE-A9B6-3B28-0163-329D99BC23AE}"/>
          </ac:graphicFrameMkLst>
        </pc:graphicFrameChg>
      </pc:sldChg>
      <pc:sldChg chg="addSp delSp modSp new mod setBg modNotes">
        <pc:chgData name="PATEL, HIREN J Lt Col USAF AETC AFIT/LSS" userId="S::hiren.patel@us.af.mil::df573836-b4bc-4d9d-bd92-07e878188ee4" providerId="AD" clId="Web-{CB54CB1B-18E4-58BD-053A-9F5E71D03BA9}" dt="2022-11-23T14:57:24.671" v="73"/>
        <pc:sldMkLst>
          <pc:docMk/>
          <pc:sldMk cId="2795736587" sldId="266"/>
        </pc:sldMkLst>
        <pc:spChg chg="mod ord">
          <ac:chgData name="PATEL, HIREN J Lt Col USAF AETC AFIT/LSS" userId="S::hiren.patel@us.af.mil::df573836-b4bc-4d9d-bd92-07e878188ee4" providerId="AD" clId="Web-{CB54CB1B-18E4-58BD-053A-9F5E71D03BA9}" dt="2022-11-23T14:55:27.013" v="44"/>
          <ac:spMkLst>
            <pc:docMk/>
            <pc:sldMk cId="2795736587" sldId="266"/>
            <ac:spMk id="2" creationId="{E416EAEE-83AF-306F-E71D-BD3D2F4EBFFF}"/>
          </ac:spMkLst>
        </pc:spChg>
        <pc:spChg chg="del">
          <ac:chgData name="PATEL, HIREN J Lt Col USAF AETC AFIT/LSS" userId="S::hiren.patel@us.af.mil::df573836-b4bc-4d9d-bd92-07e878188ee4" providerId="AD" clId="Web-{CB54CB1B-18E4-58BD-053A-9F5E71D03BA9}" dt="2022-11-23T14:55:20.998" v="43"/>
          <ac:spMkLst>
            <pc:docMk/>
            <pc:sldMk cId="2795736587" sldId="266"/>
            <ac:spMk id="3" creationId="{8143D5EC-AE8C-5DB1-59EA-DABB3764F88A}"/>
          </ac:spMkLst>
        </pc:spChg>
        <pc:spChg chg="add mod">
          <ac:chgData name="PATEL, HIREN J Lt Col USAF AETC AFIT/LSS" userId="S::hiren.patel@us.af.mil::df573836-b4bc-4d9d-bd92-07e878188ee4" providerId="AD" clId="Web-{CB54CB1B-18E4-58BD-053A-9F5E71D03BA9}" dt="2022-11-23T14:56:44.358" v="71" actId="1076"/>
          <ac:spMkLst>
            <pc:docMk/>
            <pc:sldMk cId="2795736587" sldId="266"/>
            <ac:spMk id="8" creationId="{031AE9C1-747C-9B3B-D188-215E0C7E9716}"/>
          </ac:spMkLst>
        </pc:spChg>
        <pc:spChg chg="add">
          <ac:chgData name="PATEL, HIREN J Lt Col USAF AETC AFIT/LSS" userId="S::hiren.patel@us.af.mil::df573836-b4bc-4d9d-bd92-07e878188ee4" providerId="AD" clId="Web-{CB54CB1B-18E4-58BD-053A-9F5E71D03BA9}" dt="2022-11-23T14:55:27.013" v="44"/>
          <ac:spMkLst>
            <pc:docMk/>
            <pc:sldMk cId="2795736587" sldId="266"/>
            <ac:spMk id="11" creationId="{04812C46-200A-4DEB-A05E-3ED6C68C2387}"/>
          </ac:spMkLst>
        </pc:spChg>
        <pc:spChg chg="add">
          <ac:chgData name="PATEL, HIREN J Lt Col USAF AETC AFIT/LSS" userId="S::hiren.patel@us.af.mil::df573836-b4bc-4d9d-bd92-07e878188ee4" providerId="AD" clId="Web-{CB54CB1B-18E4-58BD-053A-9F5E71D03BA9}" dt="2022-11-23T14:55:27.013" v="44"/>
          <ac:spMkLst>
            <pc:docMk/>
            <pc:sldMk cId="2795736587" sldId="266"/>
            <ac:spMk id="13" creationId="{D1EA859B-E555-4109-94F3-6700E046E008}"/>
          </ac:spMkLst>
        </pc:spChg>
        <pc:picChg chg="add mod ord">
          <ac:chgData name="PATEL, HIREN J Lt Col USAF AETC AFIT/LSS" userId="S::hiren.patel@us.af.mil::df573836-b4bc-4d9d-bd92-07e878188ee4" providerId="AD" clId="Web-{CB54CB1B-18E4-58BD-053A-9F5E71D03BA9}" dt="2022-11-23T14:55:27.013" v="44"/>
          <ac:picMkLst>
            <pc:docMk/>
            <pc:sldMk cId="2795736587" sldId="266"/>
            <ac:picMk id="4" creationId="{E587A0BD-972B-8339-70B3-32D7A07BB467}"/>
          </ac:picMkLst>
        </pc:picChg>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s>
</file>

<file path=ppt/diagrams/_rels/data2.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diagrams/_rels/drawing1.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s>
</file>

<file path=ppt/diagrams/_rels/drawing2.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diagrams/colors1.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data1.xml><?xml version="1.0" encoding="utf-8"?>
<dgm:dataModel xmlns:dgm="http://schemas.openxmlformats.org/drawingml/2006/diagram" xmlns:a="http://schemas.openxmlformats.org/drawingml/2006/main">
  <dgm:ptLst>
    <dgm:pt modelId="{AFD0F439-8599-4EA4-9F0F-EFA97675CCAD}" type="doc">
      <dgm:prSet loTypeId="urn:microsoft.com/office/officeart/2018/5/layout/IconLeafLabel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EA06D0C0-F799-430B-B498-6871E63D6239}">
      <dgm:prSet/>
      <dgm:spPr/>
      <dgm:t>
        <a:bodyPr/>
        <a:lstStyle/>
        <a:p>
          <a:pPr>
            <a:defRPr cap="all"/>
          </a:pPr>
          <a:r>
            <a:rPr lang="en-US"/>
            <a:t>Improve processes</a:t>
          </a:r>
        </a:p>
      </dgm:t>
    </dgm:pt>
    <dgm:pt modelId="{71D03D1F-54CA-4EF1-AA12-3AF5E87C4F87}" type="parTrans" cxnId="{6C31E33B-295E-4123-B690-EAB72E7BC9CA}">
      <dgm:prSet/>
      <dgm:spPr/>
      <dgm:t>
        <a:bodyPr/>
        <a:lstStyle/>
        <a:p>
          <a:endParaRPr lang="en-US"/>
        </a:p>
      </dgm:t>
    </dgm:pt>
    <dgm:pt modelId="{97883B1D-3D53-412A-8B44-39017C55D0F7}" type="sibTrans" cxnId="{6C31E33B-295E-4123-B690-EAB72E7BC9CA}">
      <dgm:prSet/>
      <dgm:spPr/>
      <dgm:t>
        <a:bodyPr/>
        <a:lstStyle/>
        <a:p>
          <a:endParaRPr lang="en-US"/>
        </a:p>
      </dgm:t>
    </dgm:pt>
    <dgm:pt modelId="{CA6A23CD-EF95-4B29-8FDF-F9B043E49BFF}">
      <dgm:prSet/>
      <dgm:spPr/>
      <dgm:t>
        <a:bodyPr/>
        <a:lstStyle/>
        <a:p>
          <a:pPr>
            <a:defRPr cap="all"/>
          </a:pPr>
          <a:r>
            <a:rPr lang="en-US"/>
            <a:t>Identify opportunities </a:t>
          </a:r>
        </a:p>
      </dgm:t>
    </dgm:pt>
    <dgm:pt modelId="{7F7CF61F-C573-4F38-87EA-7B22785CAA53}" type="parTrans" cxnId="{CD48E7A4-26F4-4185-BED7-431796906A4F}">
      <dgm:prSet/>
      <dgm:spPr/>
      <dgm:t>
        <a:bodyPr/>
        <a:lstStyle/>
        <a:p>
          <a:endParaRPr lang="en-US"/>
        </a:p>
      </dgm:t>
    </dgm:pt>
    <dgm:pt modelId="{899B1C53-534B-45FF-8BD8-459E084F77B7}" type="sibTrans" cxnId="{CD48E7A4-26F4-4185-BED7-431796906A4F}">
      <dgm:prSet/>
      <dgm:spPr/>
      <dgm:t>
        <a:bodyPr/>
        <a:lstStyle/>
        <a:p>
          <a:endParaRPr lang="en-US"/>
        </a:p>
      </dgm:t>
    </dgm:pt>
    <dgm:pt modelId="{7D3DE601-B307-4F34-8BA6-303590570C43}">
      <dgm:prSet/>
      <dgm:spPr/>
      <dgm:t>
        <a:bodyPr/>
        <a:lstStyle/>
        <a:p>
          <a:pPr>
            <a:defRPr cap="all"/>
          </a:pPr>
          <a:r>
            <a:rPr lang="en-US"/>
            <a:t>Launch new products</a:t>
          </a:r>
        </a:p>
      </dgm:t>
    </dgm:pt>
    <dgm:pt modelId="{04C2372F-11AB-48B9-999B-042E349FC86D}" type="parTrans" cxnId="{6427105A-E531-4F20-894E-20D0FE6F40CA}">
      <dgm:prSet/>
      <dgm:spPr/>
      <dgm:t>
        <a:bodyPr/>
        <a:lstStyle/>
        <a:p>
          <a:endParaRPr lang="en-US"/>
        </a:p>
      </dgm:t>
    </dgm:pt>
    <dgm:pt modelId="{D1634B3C-249C-40BB-9DD3-DE0B169143C6}" type="sibTrans" cxnId="{6427105A-E531-4F20-894E-20D0FE6F40CA}">
      <dgm:prSet/>
      <dgm:spPr/>
      <dgm:t>
        <a:bodyPr/>
        <a:lstStyle/>
        <a:p>
          <a:endParaRPr lang="en-US"/>
        </a:p>
      </dgm:t>
    </dgm:pt>
    <dgm:pt modelId="{9910D8A2-66BF-4350-A96A-E60B1D04FD65}">
      <dgm:prSet/>
      <dgm:spPr/>
      <dgm:t>
        <a:bodyPr/>
        <a:lstStyle/>
        <a:p>
          <a:pPr>
            <a:defRPr cap="all"/>
          </a:pPr>
          <a:r>
            <a:rPr lang="en-US"/>
            <a:t>Serve customers</a:t>
          </a:r>
        </a:p>
      </dgm:t>
    </dgm:pt>
    <dgm:pt modelId="{64790BD0-13EA-4BC5-96CE-9E485E8B1848}" type="parTrans" cxnId="{868007FF-E641-47D9-AFC8-EA3C95192A0D}">
      <dgm:prSet/>
      <dgm:spPr/>
      <dgm:t>
        <a:bodyPr/>
        <a:lstStyle/>
        <a:p>
          <a:endParaRPr lang="en-US"/>
        </a:p>
      </dgm:t>
    </dgm:pt>
    <dgm:pt modelId="{A4F96FCD-6F3B-4F98-89DB-C273EAD79C02}" type="sibTrans" cxnId="{868007FF-E641-47D9-AFC8-EA3C95192A0D}">
      <dgm:prSet/>
      <dgm:spPr/>
      <dgm:t>
        <a:bodyPr/>
        <a:lstStyle/>
        <a:p>
          <a:endParaRPr lang="en-US"/>
        </a:p>
      </dgm:t>
    </dgm:pt>
    <dgm:pt modelId="{BC5B84AA-C009-4930-A212-B5BEC9AA92D1}">
      <dgm:prSet/>
      <dgm:spPr/>
      <dgm:t>
        <a:bodyPr/>
        <a:lstStyle/>
        <a:p>
          <a:pPr>
            <a:defRPr cap="all"/>
          </a:pPr>
          <a:r>
            <a:rPr lang="en-US"/>
            <a:t>Make thoughtful decisions</a:t>
          </a:r>
        </a:p>
      </dgm:t>
    </dgm:pt>
    <dgm:pt modelId="{97EF00E0-3A45-45F7-BF82-6FCD10182D07}" type="parTrans" cxnId="{48C02BC6-9A4B-4D5E-8AE8-84576CCFD654}">
      <dgm:prSet/>
      <dgm:spPr/>
      <dgm:t>
        <a:bodyPr/>
        <a:lstStyle/>
        <a:p>
          <a:endParaRPr lang="en-US"/>
        </a:p>
      </dgm:t>
    </dgm:pt>
    <dgm:pt modelId="{56E5257E-4B7C-4A8C-AB35-89330A0B796D}" type="sibTrans" cxnId="{48C02BC6-9A4B-4D5E-8AE8-84576CCFD654}">
      <dgm:prSet/>
      <dgm:spPr/>
      <dgm:t>
        <a:bodyPr/>
        <a:lstStyle/>
        <a:p>
          <a:endParaRPr lang="en-US"/>
        </a:p>
      </dgm:t>
    </dgm:pt>
    <dgm:pt modelId="{474D7167-C49D-4289-87B4-9BCA0FFFABD8}" type="pres">
      <dgm:prSet presAssocID="{AFD0F439-8599-4EA4-9F0F-EFA97675CCAD}" presName="root" presStyleCnt="0">
        <dgm:presLayoutVars>
          <dgm:dir/>
          <dgm:resizeHandles val="exact"/>
        </dgm:presLayoutVars>
      </dgm:prSet>
      <dgm:spPr/>
    </dgm:pt>
    <dgm:pt modelId="{F05D626E-BE97-4F08-BC7B-6DE660474D21}" type="pres">
      <dgm:prSet presAssocID="{EA06D0C0-F799-430B-B498-6871E63D6239}" presName="compNode" presStyleCnt="0"/>
      <dgm:spPr/>
    </dgm:pt>
    <dgm:pt modelId="{AC611659-67B7-41A6-855E-5C24F727B54A}" type="pres">
      <dgm:prSet presAssocID="{EA06D0C0-F799-430B-B498-6871E63D6239}" presName="iconBgRect" presStyleLbl="bgShp" presStyleIdx="0" presStyleCnt="5"/>
      <dgm:spPr>
        <a:prstGeom prst="round2DiagRect">
          <a:avLst>
            <a:gd name="adj1" fmla="val 29727"/>
            <a:gd name="adj2" fmla="val 0"/>
          </a:avLst>
        </a:prstGeom>
      </dgm:spPr>
    </dgm:pt>
    <dgm:pt modelId="{2BFEF54A-D388-4206-8BE3-ED63437CA69B}" type="pres">
      <dgm:prSet presAssocID="{EA06D0C0-F799-430B-B498-6871E63D6239}"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Upward trend"/>
        </a:ext>
      </dgm:extLst>
    </dgm:pt>
    <dgm:pt modelId="{AAA65560-D24E-48BB-A5A5-EE0A8D2195A9}" type="pres">
      <dgm:prSet presAssocID="{EA06D0C0-F799-430B-B498-6871E63D6239}" presName="spaceRect" presStyleCnt="0"/>
      <dgm:spPr/>
    </dgm:pt>
    <dgm:pt modelId="{354F59CB-92A4-478A-BAF8-D8705A5715E8}" type="pres">
      <dgm:prSet presAssocID="{EA06D0C0-F799-430B-B498-6871E63D6239}" presName="textRect" presStyleLbl="revTx" presStyleIdx="0" presStyleCnt="5">
        <dgm:presLayoutVars>
          <dgm:chMax val="1"/>
          <dgm:chPref val="1"/>
        </dgm:presLayoutVars>
      </dgm:prSet>
      <dgm:spPr/>
    </dgm:pt>
    <dgm:pt modelId="{F5A863DC-13A1-4B2F-B2DC-9C27BCED902C}" type="pres">
      <dgm:prSet presAssocID="{97883B1D-3D53-412A-8B44-39017C55D0F7}" presName="sibTrans" presStyleCnt="0"/>
      <dgm:spPr/>
    </dgm:pt>
    <dgm:pt modelId="{B35D0BEF-B852-44E5-A9FC-BACA30401D09}" type="pres">
      <dgm:prSet presAssocID="{CA6A23CD-EF95-4B29-8FDF-F9B043E49BFF}" presName="compNode" presStyleCnt="0"/>
      <dgm:spPr/>
    </dgm:pt>
    <dgm:pt modelId="{F41419A5-FA6D-4E1E-A29A-30472465A333}" type="pres">
      <dgm:prSet presAssocID="{CA6A23CD-EF95-4B29-8FDF-F9B043E49BFF}" presName="iconBgRect" presStyleLbl="bgShp" presStyleIdx="1" presStyleCnt="5"/>
      <dgm:spPr>
        <a:prstGeom prst="round2DiagRect">
          <a:avLst>
            <a:gd name="adj1" fmla="val 29727"/>
            <a:gd name="adj2" fmla="val 0"/>
          </a:avLst>
        </a:prstGeom>
      </dgm:spPr>
    </dgm:pt>
    <dgm:pt modelId="{1FE46662-127B-45F8-BD99-0643DC5F9787}" type="pres">
      <dgm:prSet presAssocID="{CA6A23CD-EF95-4B29-8FDF-F9B043E49BFF}"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agnifying glass"/>
        </a:ext>
      </dgm:extLst>
    </dgm:pt>
    <dgm:pt modelId="{70CA5015-81BD-4D1F-B6A0-54C498E889B5}" type="pres">
      <dgm:prSet presAssocID="{CA6A23CD-EF95-4B29-8FDF-F9B043E49BFF}" presName="spaceRect" presStyleCnt="0"/>
      <dgm:spPr/>
    </dgm:pt>
    <dgm:pt modelId="{2563D1E5-0B69-4AC8-BFBC-614FF88ADB43}" type="pres">
      <dgm:prSet presAssocID="{CA6A23CD-EF95-4B29-8FDF-F9B043E49BFF}" presName="textRect" presStyleLbl="revTx" presStyleIdx="1" presStyleCnt="5">
        <dgm:presLayoutVars>
          <dgm:chMax val="1"/>
          <dgm:chPref val="1"/>
        </dgm:presLayoutVars>
      </dgm:prSet>
      <dgm:spPr/>
    </dgm:pt>
    <dgm:pt modelId="{C0C8F665-2CAD-4717-AB94-4CA3E5ECBA07}" type="pres">
      <dgm:prSet presAssocID="{899B1C53-534B-45FF-8BD8-459E084F77B7}" presName="sibTrans" presStyleCnt="0"/>
      <dgm:spPr/>
    </dgm:pt>
    <dgm:pt modelId="{2A6C41C5-901A-42C2-9A48-BEB21DF0FF8B}" type="pres">
      <dgm:prSet presAssocID="{7D3DE601-B307-4F34-8BA6-303590570C43}" presName="compNode" presStyleCnt="0"/>
      <dgm:spPr/>
    </dgm:pt>
    <dgm:pt modelId="{744D26FC-32D5-4AF5-B61F-83AE50A288E0}" type="pres">
      <dgm:prSet presAssocID="{7D3DE601-B307-4F34-8BA6-303590570C43}" presName="iconBgRect" presStyleLbl="bgShp" presStyleIdx="2" presStyleCnt="5"/>
      <dgm:spPr>
        <a:prstGeom prst="round2DiagRect">
          <a:avLst>
            <a:gd name="adj1" fmla="val 29727"/>
            <a:gd name="adj2" fmla="val 0"/>
          </a:avLst>
        </a:prstGeom>
      </dgm:spPr>
    </dgm:pt>
    <dgm:pt modelId="{D689D2C6-99DF-407D-AFA8-2EA5D8C9A514}" type="pres">
      <dgm:prSet presAssocID="{7D3DE601-B307-4F34-8BA6-303590570C43}"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heckmark"/>
        </a:ext>
      </dgm:extLst>
    </dgm:pt>
    <dgm:pt modelId="{FBAFB072-9E32-4BD4-A282-12A94E2CE4C5}" type="pres">
      <dgm:prSet presAssocID="{7D3DE601-B307-4F34-8BA6-303590570C43}" presName="spaceRect" presStyleCnt="0"/>
      <dgm:spPr/>
    </dgm:pt>
    <dgm:pt modelId="{25AA1175-1643-466A-A8CB-142E6F6E0834}" type="pres">
      <dgm:prSet presAssocID="{7D3DE601-B307-4F34-8BA6-303590570C43}" presName="textRect" presStyleLbl="revTx" presStyleIdx="2" presStyleCnt="5">
        <dgm:presLayoutVars>
          <dgm:chMax val="1"/>
          <dgm:chPref val="1"/>
        </dgm:presLayoutVars>
      </dgm:prSet>
      <dgm:spPr/>
    </dgm:pt>
    <dgm:pt modelId="{0C24EC80-51EB-4411-BD68-6CBF186C4820}" type="pres">
      <dgm:prSet presAssocID="{D1634B3C-249C-40BB-9DD3-DE0B169143C6}" presName="sibTrans" presStyleCnt="0"/>
      <dgm:spPr/>
    </dgm:pt>
    <dgm:pt modelId="{3F18F490-66A5-4C26-9321-5DD10D61F669}" type="pres">
      <dgm:prSet presAssocID="{9910D8A2-66BF-4350-A96A-E60B1D04FD65}" presName="compNode" presStyleCnt="0"/>
      <dgm:spPr/>
    </dgm:pt>
    <dgm:pt modelId="{5D48CED7-D74C-4AFE-9EA9-A5BABD2AA439}" type="pres">
      <dgm:prSet presAssocID="{9910D8A2-66BF-4350-A96A-E60B1D04FD65}" presName="iconBgRect" presStyleLbl="bgShp" presStyleIdx="3" presStyleCnt="5"/>
      <dgm:spPr>
        <a:prstGeom prst="round2DiagRect">
          <a:avLst>
            <a:gd name="adj1" fmla="val 29727"/>
            <a:gd name="adj2" fmla="val 0"/>
          </a:avLst>
        </a:prstGeom>
      </dgm:spPr>
    </dgm:pt>
    <dgm:pt modelId="{F5B059A8-1122-482B-B828-4DECF95BEFC4}" type="pres">
      <dgm:prSet presAssocID="{9910D8A2-66BF-4350-A96A-E60B1D04FD65}"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Users"/>
        </a:ext>
      </dgm:extLst>
    </dgm:pt>
    <dgm:pt modelId="{2B26AD06-B098-4BEB-BCAF-4B8B4DBFE4C4}" type="pres">
      <dgm:prSet presAssocID="{9910D8A2-66BF-4350-A96A-E60B1D04FD65}" presName="spaceRect" presStyleCnt="0"/>
      <dgm:spPr/>
    </dgm:pt>
    <dgm:pt modelId="{E4B89DF6-55F8-42D4-B507-611353D6C9BA}" type="pres">
      <dgm:prSet presAssocID="{9910D8A2-66BF-4350-A96A-E60B1D04FD65}" presName="textRect" presStyleLbl="revTx" presStyleIdx="3" presStyleCnt="5">
        <dgm:presLayoutVars>
          <dgm:chMax val="1"/>
          <dgm:chPref val="1"/>
        </dgm:presLayoutVars>
      </dgm:prSet>
      <dgm:spPr/>
    </dgm:pt>
    <dgm:pt modelId="{162994DC-024F-41B4-B095-D68F108027F2}" type="pres">
      <dgm:prSet presAssocID="{A4F96FCD-6F3B-4F98-89DB-C273EAD79C02}" presName="sibTrans" presStyleCnt="0"/>
      <dgm:spPr/>
    </dgm:pt>
    <dgm:pt modelId="{A33C1655-9953-4F73-8C3E-2B0889119CBF}" type="pres">
      <dgm:prSet presAssocID="{BC5B84AA-C009-4930-A212-B5BEC9AA92D1}" presName="compNode" presStyleCnt="0"/>
      <dgm:spPr/>
    </dgm:pt>
    <dgm:pt modelId="{CADFA22B-30DD-483F-98DF-D894BF402220}" type="pres">
      <dgm:prSet presAssocID="{BC5B84AA-C009-4930-A212-B5BEC9AA92D1}" presName="iconBgRect" presStyleLbl="bgShp" presStyleIdx="4" presStyleCnt="5"/>
      <dgm:spPr>
        <a:prstGeom prst="round2DiagRect">
          <a:avLst>
            <a:gd name="adj1" fmla="val 29727"/>
            <a:gd name="adj2" fmla="val 0"/>
          </a:avLst>
        </a:prstGeom>
      </dgm:spPr>
    </dgm:pt>
    <dgm:pt modelId="{023E0B99-AB4D-46F1-84CF-3CEA63D8D4F2}" type="pres">
      <dgm:prSet presAssocID="{BC5B84AA-C009-4930-A212-B5BEC9AA92D1}"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Head with Gears"/>
        </a:ext>
      </dgm:extLst>
    </dgm:pt>
    <dgm:pt modelId="{3284B8D5-A614-45A1-9852-DEC293D10D03}" type="pres">
      <dgm:prSet presAssocID="{BC5B84AA-C009-4930-A212-B5BEC9AA92D1}" presName="spaceRect" presStyleCnt="0"/>
      <dgm:spPr/>
    </dgm:pt>
    <dgm:pt modelId="{D35C516A-A94F-4AFF-9050-7978275A1ECD}" type="pres">
      <dgm:prSet presAssocID="{BC5B84AA-C009-4930-A212-B5BEC9AA92D1}" presName="textRect" presStyleLbl="revTx" presStyleIdx="4" presStyleCnt="5">
        <dgm:presLayoutVars>
          <dgm:chMax val="1"/>
          <dgm:chPref val="1"/>
        </dgm:presLayoutVars>
      </dgm:prSet>
      <dgm:spPr/>
    </dgm:pt>
  </dgm:ptLst>
  <dgm:cxnLst>
    <dgm:cxn modelId="{CA136F0B-10C1-4FC3-8397-01438E534B01}" type="presOf" srcId="{7D3DE601-B307-4F34-8BA6-303590570C43}" destId="{25AA1175-1643-466A-A8CB-142E6F6E0834}" srcOrd="0" destOrd="0" presId="urn:microsoft.com/office/officeart/2018/5/layout/IconLeafLabelList"/>
    <dgm:cxn modelId="{BBB03F3A-12CD-4B0D-B7BC-6A3A646A3563}" type="presOf" srcId="{EA06D0C0-F799-430B-B498-6871E63D6239}" destId="{354F59CB-92A4-478A-BAF8-D8705A5715E8}" srcOrd="0" destOrd="0" presId="urn:microsoft.com/office/officeart/2018/5/layout/IconLeafLabelList"/>
    <dgm:cxn modelId="{6C31E33B-295E-4123-B690-EAB72E7BC9CA}" srcId="{AFD0F439-8599-4EA4-9F0F-EFA97675CCAD}" destId="{EA06D0C0-F799-430B-B498-6871E63D6239}" srcOrd="0" destOrd="0" parTransId="{71D03D1F-54CA-4EF1-AA12-3AF5E87C4F87}" sibTransId="{97883B1D-3D53-412A-8B44-39017C55D0F7}"/>
    <dgm:cxn modelId="{6A1FA365-781C-4A51-8D37-33929ED5607E}" type="presOf" srcId="{CA6A23CD-EF95-4B29-8FDF-F9B043E49BFF}" destId="{2563D1E5-0B69-4AC8-BFBC-614FF88ADB43}" srcOrd="0" destOrd="0" presId="urn:microsoft.com/office/officeart/2018/5/layout/IconLeafLabelList"/>
    <dgm:cxn modelId="{6427105A-E531-4F20-894E-20D0FE6F40CA}" srcId="{AFD0F439-8599-4EA4-9F0F-EFA97675CCAD}" destId="{7D3DE601-B307-4F34-8BA6-303590570C43}" srcOrd="2" destOrd="0" parTransId="{04C2372F-11AB-48B9-999B-042E349FC86D}" sibTransId="{D1634B3C-249C-40BB-9DD3-DE0B169143C6}"/>
    <dgm:cxn modelId="{E98BB77B-3365-4A02-B839-5335186E9B85}" type="presOf" srcId="{BC5B84AA-C009-4930-A212-B5BEC9AA92D1}" destId="{D35C516A-A94F-4AFF-9050-7978275A1ECD}" srcOrd="0" destOrd="0" presId="urn:microsoft.com/office/officeart/2018/5/layout/IconLeafLabelList"/>
    <dgm:cxn modelId="{57A53D9D-C046-4347-AB33-86BD1B3AB231}" type="presOf" srcId="{AFD0F439-8599-4EA4-9F0F-EFA97675CCAD}" destId="{474D7167-C49D-4289-87B4-9BCA0FFFABD8}" srcOrd="0" destOrd="0" presId="urn:microsoft.com/office/officeart/2018/5/layout/IconLeafLabelList"/>
    <dgm:cxn modelId="{CD48E7A4-26F4-4185-BED7-431796906A4F}" srcId="{AFD0F439-8599-4EA4-9F0F-EFA97675CCAD}" destId="{CA6A23CD-EF95-4B29-8FDF-F9B043E49BFF}" srcOrd="1" destOrd="0" parTransId="{7F7CF61F-C573-4F38-87EA-7B22785CAA53}" sibTransId="{899B1C53-534B-45FF-8BD8-459E084F77B7}"/>
    <dgm:cxn modelId="{48C02BC6-9A4B-4D5E-8AE8-84576CCFD654}" srcId="{AFD0F439-8599-4EA4-9F0F-EFA97675CCAD}" destId="{BC5B84AA-C009-4930-A212-B5BEC9AA92D1}" srcOrd="4" destOrd="0" parTransId="{97EF00E0-3A45-45F7-BF82-6FCD10182D07}" sibTransId="{56E5257E-4B7C-4A8C-AB35-89330A0B796D}"/>
    <dgm:cxn modelId="{A941A5E6-6945-47B9-BE52-F1B81BE77AAD}" type="presOf" srcId="{9910D8A2-66BF-4350-A96A-E60B1D04FD65}" destId="{E4B89DF6-55F8-42D4-B507-611353D6C9BA}" srcOrd="0" destOrd="0" presId="urn:microsoft.com/office/officeart/2018/5/layout/IconLeafLabelList"/>
    <dgm:cxn modelId="{868007FF-E641-47D9-AFC8-EA3C95192A0D}" srcId="{AFD0F439-8599-4EA4-9F0F-EFA97675CCAD}" destId="{9910D8A2-66BF-4350-A96A-E60B1D04FD65}" srcOrd="3" destOrd="0" parTransId="{64790BD0-13EA-4BC5-96CE-9E485E8B1848}" sibTransId="{A4F96FCD-6F3B-4F98-89DB-C273EAD79C02}"/>
    <dgm:cxn modelId="{7DCD29CF-373E-44B6-93C4-700D2CA00C90}" type="presParOf" srcId="{474D7167-C49D-4289-87B4-9BCA0FFFABD8}" destId="{F05D626E-BE97-4F08-BC7B-6DE660474D21}" srcOrd="0" destOrd="0" presId="urn:microsoft.com/office/officeart/2018/5/layout/IconLeafLabelList"/>
    <dgm:cxn modelId="{402EFBDD-5A1E-4B21-830C-C01C6F1B7B14}" type="presParOf" srcId="{F05D626E-BE97-4F08-BC7B-6DE660474D21}" destId="{AC611659-67B7-41A6-855E-5C24F727B54A}" srcOrd="0" destOrd="0" presId="urn:microsoft.com/office/officeart/2018/5/layout/IconLeafLabelList"/>
    <dgm:cxn modelId="{57E83791-4746-4BC4-8DAC-84F3EF801078}" type="presParOf" srcId="{F05D626E-BE97-4F08-BC7B-6DE660474D21}" destId="{2BFEF54A-D388-4206-8BE3-ED63437CA69B}" srcOrd="1" destOrd="0" presId="urn:microsoft.com/office/officeart/2018/5/layout/IconLeafLabelList"/>
    <dgm:cxn modelId="{5CD7E47E-383C-49B7-B438-D8AA6B5658F8}" type="presParOf" srcId="{F05D626E-BE97-4F08-BC7B-6DE660474D21}" destId="{AAA65560-D24E-48BB-A5A5-EE0A8D2195A9}" srcOrd="2" destOrd="0" presId="urn:microsoft.com/office/officeart/2018/5/layout/IconLeafLabelList"/>
    <dgm:cxn modelId="{1FD0642B-E262-4D94-A84D-B1604927AA05}" type="presParOf" srcId="{F05D626E-BE97-4F08-BC7B-6DE660474D21}" destId="{354F59CB-92A4-478A-BAF8-D8705A5715E8}" srcOrd="3" destOrd="0" presId="urn:microsoft.com/office/officeart/2018/5/layout/IconLeafLabelList"/>
    <dgm:cxn modelId="{F320DBE1-1A66-4D5A-AABD-1D7F9C856CC9}" type="presParOf" srcId="{474D7167-C49D-4289-87B4-9BCA0FFFABD8}" destId="{F5A863DC-13A1-4B2F-B2DC-9C27BCED902C}" srcOrd="1" destOrd="0" presId="urn:microsoft.com/office/officeart/2018/5/layout/IconLeafLabelList"/>
    <dgm:cxn modelId="{9BD828F6-B727-4073-A39F-8E7B13E506C0}" type="presParOf" srcId="{474D7167-C49D-4289-87B4-9BCA0FFFABD8}" destId="{B35D0BEF-B852-44E5-A9FC-BACA30401D09}" srcOrd="2" destOrd="0" presId="urn:microsoft.com/office/officeart/2018/5/layout/IconLeafLabelList"/>
    <dgm:cxn modelId="{F5A820A5-7B23-4F07-AF24-8D825CECECB8}" type="presParOf" srcId="{B35D0BEF-B852-44E5-A9FC-BACA30401D09}" destId="{F41419A5-FA6D-4E1E-A29A-30472465A333}" srcOrd="0" destOrd="0" presId="urn:microsoft.com/office/officeart/2018/5/layout/IconLeafLabelList"/>
    <dgm:cxn modelId="{8CF19D52-8DB7-475A-AAC7-A8B3CA02DF48}" type="presParOf" srcId="{B35D0BEF-B852-44E5-A9FC-BACA30401D09}" destId="{1FE46662-127B-45F8-BD99-0643DC5F9787}" srcOrd="1" destOrd="0" presId="urn:microsoft.com/office/officeart/2018/5/layout/IconLeafLabelList"/>
    <dgm:cxn modelId="{EF86A07F-B297-4936-8DA2-AE2388D0BFCC}" type="presParOf" srcId="{B35D0BEF-B852-44E5-A9FC-BACA30401D09}" destId="{70CA5015-81BD-4D1F-B6A0-54C498E889B5}" srcOrd="2" destOrd="0" presId="urn:microsoft.com/office/officeart/2018/5/layout/IconLeafLabelList"/>
    <dgm:cxn modelId="{E324D305-DFCC-4A6F-9D1A-17AC00E128FC}" type="presParOf" srcId="{B35D0BEF-B852-44E5-A9FC-BACA30401D09}" destId="{2563D1E5-0B69-4AC8-BFBC-614FF88ADB43}" srcOrd="3" destOrd="0" presId="urn:microsoft.com/office/officeart/2018/5/layout/IconLeafLabelList"/>
    <dgm:cxn modelId="{87222546-359D-45C5-8AEE-A5F857A1BC2E}" type="presParOf" srcId="{474D7167-C49D-4289-87B4-9BCA0FFFABD8}" destId="{C0C8F665-2CAD-4717-AB94-4CA3E5ECBA07}" srcOrd="3" destOrd="0" presId="urn:microsoft.com/office/officeart/2018/5/layout/IconLeafLabelList"/>
    <dgm:cxn modelId="{A4C2D681-3E37-4741-986A-56722A9EB41E}" type="presParOf" srcId="{474D7167-C49D-4289-87B4-9BCA0FFFABD8}" destId="{2A6C41C5-901A-42C2-9A48-BEB21DF0FF8B}" srcOrd="4" destOrd="0" presId="urn:microsoft.com/office/officeart/2018/5/layout/IconLeafLabelList"/>
    <dgm:cxn modelId="{98C4807D-5613-477D-A7CF-69BBF6C93A12}" type="presParOf" srcId="{2A6C41C5-901A-42C2-9A48-BEB21DF0FF8B}" destId="{744D26FC-32D5-4AF5-B61F-83AE50A288E0}" srcOrd="0" destOrd="0" presId="urn:microsoft.com/office/officeart/2018/5/layout/IconLeafLabelList"/>
    <dgm:cxn modelId="{4F255406-28D6-4D49-BE5B-55A2BB1AB516}" type="presParOf" srcId="{2A6C41C5-901A-42C2-9A48-BEB21DF0FF8B}" destId="{D689D2C6-99DF-407D-AFA8-2EA5D8C9A514}" srcOrd="1" destOrd="0" presId="urn:microsoft.com/office/officeart/2018/5/layout/IconLeafLabelList"/>
    <dgm:cxn modelId="{A9B7A471-897C-47A9-8468-4067E112E198}" type="presParOf" srcId="{2A6C41C5-901A-42C2-9A48-BEB21DF0FF8B}" destId="{FBAFB072-9E32-4BD4-A282-12A94E2CE4C5}" srcOrd="2" destOrd="0" presId="urn:microsoft.com/office/officeart/2018/5/layout/IconLeafLabelList"/>
    <dgm:cxn modelId="{81686764-2FFD-4986-B6B8-536ADE5E0498}" type="presParOf" srcId="{2A6C41C5-901A-42C2-9A48-BEB21DF0FF8B}" destId="{25AA1175-1643-466A-A8CB-142E6F6E0834}" srcOrd="3" destOrd="0" presId="urn:microsoft.com/office/officeart/2018/5/layout/IconLeafLabelList"/>
    <dgm:cxn modelId="{B6A45868-FA9C-4A50-838F-339716EF4658}" type="presParOf" srcId="{474D7167-C49D-4289-87B4-9BCA0FFFABD8}" destId="{0C24EC80-51EB-4411-BD68-6CBF186C4820}" srcOrd="5" destOrd="0" presId="urn:microsoft.com/office/officeart/2018/5/layout/IconLeafLabelList"/>
    <dgm:cxn modelId="{57101C8A-649E-42C3-BD10-BC4F4FA091B6}" type="presParOf" srcId="{474D7167-C49D-4289-87B4-9BCA0FFFABD8}" destId="{3F18F490-66A5-4C26-9321-5DD10D61F669}" srcOrd="6" destOrd="0" presId="urn:microsoft.com/office/officeart/2018/5/layout/IconLeafLabelList"/>
    <dgm:cxn modelId="{992E731B-207C-4592-B80E-2277036B9106}" type="presParOf" srcId="{3F18F490-66A5-4C26-9321-5DD10D61F669}" destId="{5D48CED7-D74C-4AFE-9EA9-A5BABD2AA439}" srcOrd="0" destOrd="0" presId="urn:microsoft.com/office/officeart/2018/5/layout/IconLeafLabelList"/>
    <dgm:cxn modelId="{8E79961C-A302-4F69-BBC4-528A298B544E}" type="presParOf" srcId="{3F18F490-66A5-4C26-9321-5DD10D61F669}" destId="{F5B059A8-1122-482B-B828-4DECF95BEFC4}" srcOrd="1" destOrd="0" presId="urn:microsoft.com/office/officeart/2018/5/layout/IconLeafLabelList"/>
    <dgm:cxn modelId="{99690118-0542-405F-A788-B0511029E3A6}" type="presParOf" srcId="{3F18F490-66A5-4C26-9321-5DD10D61F669}" destId="{2B26AD06-B098-4BEB-BCAF-4B8B4DBFE4C4}" srcOrd="2" destOrd="0" presId="urn:microsoft.com/office/officeart/2018/5/layout/IconLeafLabelList"/>
    <dgm:cxn modelId="{23268C8C-9BEF-42A1-B213-8EB06CC974F1}" type="presParOf" srcId="{3F18F490-66A5-4C26-9321-5DD10D61F669}" destId="{E4B89DF6-55F8-42D4-B507-611353D6C9BA}" srcOrd="3" destOrd="0" presId="urn:microsoft.com/office/officeart/2018/5/layout/IconLeafLabelList"/>
    <dgm:cxn modelId="{5B6BF894-F22F-48A3-A715-E12F76367A81}" type="presParOf" srcId="{474D7167-C49D-4289-87B4-9BCA0FFFABD8}" destId="{162994DC-024F-41B4-B095-D68F108027F2}" srcOrd="7" destOrd="0" presId="urn:microsoft.com/office/officeart/2018/5/layout/IconLeafLabelList"/>
    <dgm:cxn modelId="{CE854C9F-F32E-4BA4-9B81-D9D377FC4CA4}" type="presParOf" srcId="{474D7167-C49D-4289-87B4-9BCA0FFFABD8}" destId="{A33C1655-9953-4F73-8C3E-2B0889119CBF}" srcOrd="8" destOrd="0" presId="urn:microsoft.com/office/officeart/2018/5/layout/IconLeafLabelList"/>
    <dgm:cxn modelId="{E3294731-BA34-48A9-AB87-131A74D3D9B9}" type="presParOf" srcId="{A33C1655-9953-4F73-8C3E-2B0889119CBF}" destId="{CADFA22B-30DD-483F-98DF-D894BF402220}" srcOrd="0" destOrd="0" presId="urn:microsoft.com/office/officeart/2018/5/layout/IconLeafLabelList"/>
    <dgm:cxn modelId="{94053A82-95A6-4403-950B-522D584F3B69}" type="presParOf" srcId="{A33C1655-9953-4F73-8C3E-2B0889119CBF}" destId="{023E0B99-AB4D-46F1-84CF-3CEA63D8D4F2}" srcOrd="1" destOrd="0" presId="urn:microsoft.com/office/officeart/2018/5/layout/IconLeafLabelList"/>
    <dgm:cxn modelId="{E3562161-F943-4A1A-963E-24160FFBDC77}" type="presParOf" srcId="{A33C1655-9953-4F73-8C3E-2B0889119CBF}" destId="{3284B8D5-A614-45A1-9852-DEC293D10D03}" srcOrd="2" destOrd="0" presId="urn:microsoft.com/office/officeart/2018/5/layout/IconLeafLabelList"/>
    <dgm:cxn modelId="{39688288-C28F-4E18-958E-2D17A7EEA18F}" type="presParOf" srcId="{A33C1655-9953-4F73-8C3E-2B0889119CBF}" destId="{D35C516A-A94F-4AFF-9050-7978275A1ECD}" srcOrd="3" destOrd="0" presId="urn:microsoft.com/office/officeart/2018/5/layout/IconLeaf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42E9116-6622-488A-A3F2-B89693A01F13}" type="doc">
      <dgm:prSet loTypeId="urn:microsoft.com/office/officeart/2018/5/layout/IconLeafLabel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D3BDD0CE-EA14-45FA-897D-51B215B30D8E}">
      <dgm:prSet/>
      <dgm:spPr/>
      <dgm:t>
        <a:bodyPr/>
        <a:lstStyle/>
        <a:p>
          <a:pPr>
            <a:defRPr cap="all"/>
          </a:pPr>
          <a:r>
            <a:rPr lang="en-US"/>
            <a:t>Stakeholders</a:t>
          </a:r>
        </a:p>
      </dgm:t>
    </dgm:pt>
    <dgm:pt modelId="{ACE900D6-D9D4-4F2B-9375-0728D2A016D3}" type="parTrans" cxnId="{6700032F-B3D6-4B05-B573-FCE510468145}">
      <dgm:prSet/>
      <dgm:spPr/>
      <dgm:t>
        <a:bodyPr/>
        <a:lstStyle/>
        <a:p>
          <a:endParaRPr lang="en-US"/>
        </a:p>
      </dgm:t>
    </dgm:pt>
    <dgm:pt modelId="{DF93ABCC-7F57-4603-B45E-1DD5FDCFF317}" type="sibTrans" cxnId="{6700032F-B3D6-4B05-B573-FCE510468145}">
      <dgm:prSet/>
      <dgm:spPr/>
      <dgm:t>
        <a:bodyPr/>
        <a:lstStyle/>
        <a:p>
          <a:endParaRPr lang="en-US"/>
        </a:p>
      </dgm:t>
    </dgm:pt>
    <dgm:pt modelId="{A4643E0A-E678-4D47-A572-EBBDC49DBB4F}">
      <dgm:prSet/>
      <dgm:spPr/>
      <dgm:t>
        <a:bodyPr/>
        <a:lstStyle/>
        <a:p>
          <a:pPr>
            <a:defRPr cap="all"/>
          </a:pPr>
          <a:r>
            <a:rPr lang="en-US"/>
            <a:t>Peers</a:t>
          </a:r>
        </a:p>
      </dgm:t>
    </dgm:pt>
    <dgm:pt modelId="{8C322FEE-2EAB-4367-B30F-1EAA879E0045}" type="parTrans" cxnId="{FF1AEC7D-F61C-4B66-97C4-77545D475E63}">
      <dgm:prSet/>
      <dgm:spPr/>
      <dgm:t>
        <a:bodyPr/>
        <a:lstStyle/>
        <a:p>
          <a:endParaRPr lang="en-US"/>
        </a:p>
      </dgm:t>
    </dgm:pt>
    <dgm:pt modelId="{73FAAE91-B76C-4E93-AFA0-FE06EF95599A}" type="sibTrans" cxnId="{FF1AEC7D-F61C-4B66-97C4-77545D475E63}">
      <dgm:prSet/>
      <dgm:spPr/>
      <dgm:t>
        <a:bodyPr/>
        <a:lstStyle/>
        <a:p>
          <a:endParaRPr lang="en-US"/>
        </a:p>
      </dgm:t>
    </dgm:pt>
    <dgm:pt modelId="{80500F69-7F23-4A38-9730-564F8E1DFF32}">
      <dgm:prSet/>
      <dgm:spPr/>
      <dgm:t>
        <a:bodyPr/>
        <a:lstStyle/>
        <a:p>
          <a:pPr>
            <a:defRPr cap="all"/>
          </a:pPr>
          <a:r>
            <a:rPr lang="en-US"/>
            <a:t>Domain SME</a:t>
          </a:r>
        </a:p>
      </dgm:t>
    </dgm:pt>
    <dgm:pt modelId="{5BB4EF65-7D04-4FF3-B11C-721996D99E35}" type="parTrans" cxnId="{2D953CBE-1413-43EE-B1A8-357EC4062580}">
      <dgm:prSet/>
      <dgm:spPr/>
      <dgm:t>
        <a:bodyPr/>
        <a:lstStyle/>
        <a:p>
          <a:endParaRPr lang="en-US"/>
        </a:p>
      </dgm:t>
    </dgm:pt>
    <dgm:pt modelId="{4BBF8337-8132-4842-A825-EA5D3C8716BB}" type="sibTrans" cxnId="{2D953CBE-1413-43EE-B1A8-357EC4062580}">
      <dgm:prSet/>
      <dgm:spPr/>
      <dgm:t>
        <a:bodyPr/>
        <a:lstStyle/>
        <a:p>
          <a:endParaRPr lang="en-US"/>
        </a:p>
      </dgm:t>
    </dgm:pt>
    <dgm:pt modelId="{1C294492-0E98-47B4-9550-5FF296D07E41}">
      <dgm:prSet/>
      <dgm:spPr/>
      <dgm:t>
        <a:bodyPr/>
        <a:lstStyle/>
        <a:p>
          <a:pPr>
            <a:defRPr cap="all"/>
          </a:pPr>
          <a:r>
            <a:rPr lang="en-US"/>
            <a:t>Training </a:t>
          </a:r>
        </a:p>
      </dgm:t>
    </dgm:pt>
    <dgm:pt modelId="{17F36108-04A6-4C9A-BF4D-CB091DC3DBD0}" type="parTrans" cxnId="{73DF19CF-7C92-4E79-B027-5EDF6DAC047F}">
      <dgm:prSet/>
      <dgm:spPr/>
      <dgm:t>
        <a:bodyPr/>
        <a:lstStyle/>
        <a:p>
          <a:endParaRPr lang="en-US"/>
        </a:p>
      </dgm:t>
    </dgm:pt>
    <dgm:pt modelId="{81E8C3B3-4AB6-4840-A17C-E380B0869A96}" type="sibTrans" cxnId="{73DF19CF-7C92-4E79-B027-5EDF6DAC047F}">
      <dgm:prSet/>
      <dgm:spPr/>
      <dgm:t>
        <a:bodyPr/>
        <a:lstStyle/>
        <a:p>
          <a:endParaRPr lang="en-US"/>
        </a:p>
      </dgm:t>
    </dgm:pt>
    <dgm:pt modelId="{4B1526FC-F7C3-4BEE-8FB5-43AC338AB92C}" type="pres">
      <dgm:prSet presAssocID="{042E9116-6622-488A-A3F2-B89693A01F13}" presName="root" presStyleCnt="0">
        <dgm:presLayoutVars>
          <dgm:dir/>
          <dgm:resizeHandles val="exact"/>
        </dgm:presLayoutVars>
      </dgm:prSet>
      <dgm:spPr/>
    </dgm:pt>
    <dgm:pt modelId="{497C95AA-0101-4487-A36A-B5969B65CADE}" type="pres">
      <dgm:prSet presAssocID="{D3BDD0CE-EA14-45FA-897D-51B215B30D8E}" presName="compNode" presStyleCnt="0"/>
      <dgm:spPr/>
    </dgm:pt>
    <dgm:pt modelId="{8270BD76-EEBF-4EF5-809F-0239E9D22A29}" type="pres">
      <dgm:prSet presAssocID="{D3BDD0CE-EA14-45FA-897D-51B215B30D8E}" presName="iconBgRect" presStyleLbl="bgShp" presStyleIdx="0" presStyleCnt="4"/>
      <dgm:spPr>
        <a:prstGeom prst="round2DiagRect">
          <a:avLst>
            <a:gd name="adj1" fmla="val 29727"/>
            <a:gd name="adj2" fmla="val 0"/>
          </a:avLst>
        </a:prstGeom>
      </dgm:spPr>
    </dgm:pt>
    <dgm:pt modelId="{89FAF524-87FD-44BA-93B2-AAB0DBB2D6A0}" type="pres">
      <dgm:prSet presAssocID="{D3BDD0CE-EA14-45FA-897D-51B215B30D8E}"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Users"/>
        </a:ext>
      </dgm:extLst>
    </dgm:pt>
    <dgm:pt modelId="{EAE066D0-4E99-4F0B-98CE-F63ACE5C3F23}" type="pres">
      <dgm:prSet presAssocID="{D3BDD0CE-EA14-45FA-897D-51B215B30D8E}" presName="spaceRect" presStyleCnt="0"/>
      <dgm:spPr/>
    </dgm:pt>
    <dgm:pt modelId="{C30DCFBC-F1C2-4B3A-BB73-6F83179159AE}" type="pres">
      <dgm:prSet presAssocID="{D3BDD0CE-EA14-45FA-897D-51B215B30D8E}" presName="textRect" presStyleLbl="revTx" presStyleIdx="0" presStyleCnt="4">
        <dgm:presLayoutVars>
          <dgm:chMax val="1"/>
          <dgm:chPref val="1"/>
        </dgm:presLayoutVars>
      </dgm:prSet>
      <dgm:spPr/>
    </dgm:pt>
    <dgm:pt modelId="{BB00F228-B669-492D-A84C-5BD66C755412}" type="pres">
      <dgm:prSet presAssocID="{DF93ABCC-7F57-4603-B45E-1DD5FDCFF317}" presName="sibTrans" presStyleCnt="0"/>
      <dgm:spPr/>
    </dgm:pt>
    <dgm:pt modelId="{B3EF0340-C053-4FE7-9036-1B7938BD82DE}" type="pres">
      <dgm:prSet presAssocID="{A4643E0A-E678-4D47-A572-EBBDC49DBB4F}" presName="compNode" presStyleCnt="0"/>
      <dgm:spPr/>
    </dgm:pt>
    <dgm:pt modelId="{43B4E6CC-7B86-496D-AC75-D6BAD4852CA3}" type="pres">
      <dgm:prSet presAssocID="{A4643E0A-E678-4D47-A572-EBBDC49DBB4F}" presName="iconBgRect" presStyleLbl="bgShp" presStyleIdx="1" presStyleCnt="4"/>
      <dgm:spPr>
        <a:prstGeom prst="round2DiagRect">
          <a:avLst>
            <a:gd name="adj1" fmla="val 29727"/>
            <a:gd name="adj2" fmla="val 0"/>
          </a:avLst>
        </a:prstGeom>
      </dgm:spPr>
    </dgm:pt>
    <dgm:pt modelId="{0DCE4DF8-4B07-4C82-BAB0-0E9B787BCD7C}" type="pres">
      <dgm:prSet presAssocID="{A4643E0A-E678-4D47-A572-EBBDC49DBB4F}"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Group"/>
        </a:ext>
      </dgm:extLst>
    </dgm:pt>
    <dgm:pt modelId="{1CFDD7EB-67C5-4A09-8CB7-F82D9EE0B25A}" type="pres">
      <dgm:prSet presAssocID="{A4643E0A-E678-4D47-A572-EBBDC49DBB4F}" presName="spaceRect" presStyleCnt="0"/>
      <dgm:spPr/>
    </dgm:pt>
    <dgm:pt modelId="{DA59694B-1D51-4148-8297-21D1F00AB831}" type="pres">
      <dgm:prSet presAssocID="{A4643E0A-E678-4D47-A572-EBBDC49DBB4F}" presName="textRect" presStyleLbl="revTx" presStyleIdx="1" presStyleCnt="4">
        <dgm:presLayoutVars>
          <dgm:chMax val="1"/>
          <dgm:chPref val="1"/>
        </dgm:presLayoutVars>
      </dgm:prSet>
      <dgm:spPr/>
    </dgm:pt>
    <dgm:pt modelId="{32A2C04E-2E42-4755-BFC9-B8ECC89E63A4}" type="pres">
      <dgm:prSet presAssocID="{73FAAE91-B76C-4E93-AFA0-FE06EF95599A}" presName="sibTrans" presStyleCnt="0"/>
      <dgm:spPr/>
    </dgm:pt>
    <dgm:pt modelId="{472488E6-C2DB-45C8-9CA7-B53884CFBE69}" type="pres">
      <dgm:prSet presAssocID="{80500F69-7F23-4A38-9730-564F8E1DFF32}" presName="compNode" presStyleCnt="0"/>
      <dgm:spPr/>
    </dgm:pt>
    <dgm:pt modelId="{8318BCB4-3C1B-4648-86E1-02E789CE107E}" type="pres">
      <dgm:prSet presAssocID="{80500F69-7F23-4A38-9730-564F8E1DFF32}" presName="iconBgRect" presStyleLbl="bgShp" presStyleIdx="2" presStyleCnt="4"/>
      <dgm:spPr>
        <a:prstGeom prst="round2DiagRect">
          <a:avLst>
            <a:gd name="adj1" fmla="val 29727"/>
            <a:gd name="adj2" fmla="val 0"/>
          </a:avLst>
        </a:prstGeom>
      </dgm:spPr>
    </dgm:pt>
    <dgm:pt modelId="{1C464686-06F1-4D83-9AE7-E8EF9F93A405}" type="pres">
      <dgm:prSet presAssocID="{80500F69-7F23-4A38-9730-564F8E1DFF32}"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User"/>
        </a:ext>
      </dgm:extLst>
    </dgm:pt>
    <dgm:pt modelId="{98C96191-E336-476C-9867-6089E9752750}" type="pres">
      <dgm:prSet presAssocID="{80500F69-7F23-4A38-9730-564F8E1DFF32}" presName="spaceRect" presStyleCnt="0"/>
      <dgm:spPr/>
    </dgm:pt>
    <dgm:pt modelId="{598130AF-A247-488C-BED4-51644F645DFB}" type="pres">
      <dgm:prSet presAssocID="{80500F69-7F23-4A38-9730-564F8E1DFF32}" presName="textRect" presStyleLbl="revTx" presStyleIdx="2" presStyleCnt="4">
        <dgm:presLayoutVars>
          <dgm:chMax val="1"/>
          <dgm:chPref val="1"/>
        </dgm:presLayoutVars>
      </dgm:prSet>
      <dgm:spPr/>
    </dgm:pt>
    <dgm:pt modelId="{AE69DAF7-3B51-4D19-8BB6-EE3CDBA5542F}" type="pres">
      <dgm:prSet presAssocID="{4BBF8337-8132-4842-A825-EA5D3C8716BB}" presName="sibTrans" presStyleCnt="0"/>
      <dgm:spPr/>
    </dgm:pt>
    <dgm:pt modelId="{22979833-FBBC-4CCC-9CB7-51F19C51876C}" type="pres">
      <dgm:prSet presAssocID="{1C294492-0E98-47B4-9550-5FF296D07E41}" presName="compNode" presStyleCnt="0"/>
      <dgm:spPr/>
    </dgm:pt>
    <dgm:pt modelId="{38B63FA0-5354-4B4F-8507-65DAEADFE640}" type="pres">
      <dgm:prSet presAssocID="{1C294492-0E98-47B4-9550-5FF296D07E41}" presName="iconBgRect" presStyleLbl="bgShp" presStyleIdx="3" presStyleCnt="4"/>
      <dgm:spPr>
        <a:prstGeom prst="round2DiagRect">
          <a:avLst>
            <a:gd name="adj1" fmla="val 29727"/>
            <a:gd name="adj2" fmla="val 0"/>
          </a:avLst>
        </a:prstGeom>
      </dgm:spPr>
    </dgm:pt>
    <dgm:pt modelId="{3861CAB0-0E30-4068-BC82-EE4C7B27836F}" type="pres">
      <dgm:prSet presAssocID="{1C294492-0E98-47B4-9550-5FF296D07E41}"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Teacher"/>
        </a:ext>
      </dgm:extLst>
    </dgm:pt>
    <dgm:pt modelId="{28B2FBA4-B2E5-4413-A39F-8920FB862C42}" type="pres">
      <dgm:prSet presAssocID="{1C294492-0E98-47B4-9550-5FF296D07E41}" presName="spaceRect" presStyleCnt="0"/>
      <dgm:spPr/>
    </dgm:pt>
    <dgm:pt modelId="{D7696084-CCA7-4746-9A0F-EDD5745BFB7B}" type="pres">
      <dgm:prSet presAssocID="{1C294492-0E98-47B4-9550-5FF296D07E41}" presName="textRect" presStyleLbl="revTx" presStyleIdx="3" presStyleCnt="4">
        <dgm:presLayoutVars>
          <dgm:chMax val="1"/>
          <dgm:chPref val="1"/>
        </dgm:presLayoutVars>
      </dgm:prSet>
      <dgm:spPr/>
    </dgm:pt>
  </dgm:ptLst>
  <dgm:cxnLst>
    <dgm:cxn modelId="{6700032F-B3D6-4B05-B573-FCE510468145}" srcId="{042E9116-6622-488A-A3F2-B89693A01F13}" destId="{D3BDD0CE-EA14-45FA-897D-51B215B30D8E}" srcOrd="0" destOrd="0" parTransId="{ACE900D6-D9D4-4F2B-9375-0728D2A016D3}" sibTransId="{DF93ABCC-7F57-4603-B45E-1DD5FDCFF317}"/>
    <dgm:cxn modelId="{41780C4A-80CC-4921-9FFB-F4E19FED7855}" type="presOf" srcId="{A4643E0A-E678-4D47-A572-EBBDC49DBB4F}" destId="{DA59694B-1D51-4148-8297-21D1F00AB831}" srcOrd="0" destOrd="0" presId="urn:microsoft.com/office/officeart/2018/5/layout/IconLeafLabelList"/>
    <dgm:cxn modelId="{FF1AEC7D-F61C-4B66-97C4-77545D475E63}" srcId="{042E9116-6622-488A-A3F2-B89693A01F13}" destId="{A4643E0A-E678-4D47-A572-EBBDC49DBB4F}" srcOrd="1" destOrd="0" parTransId="{8C322FEE-2EAB-4367-B30F-1EAA879E0045}" sibTransId="{73FAAE91-B76C-4E93-AFA0-FE06EF95599A}"/>
    <dgm:cxn modelId="{2D953CBE-1413-43EE-B1A8-357EC4062580}" srcId="{042E9116-6622-488A-A3F2-B89693A01F13}" destId="{80500F69-7F23-4A38-9730-564F8E1DFF32}" srcOrd="2" destOrd="0" parTransId="{5BB4EF65-7D04-4FF3-B11C-721996D99E35}" sibTransId="{4BBF8337-8132-4842-A825-EA5D3C8716BB}"/>
    <dgm:cxn modelId="{DF620CC7-D72C-46B1-A6B0-67CF98778D5E}" type="presOf" srcId="{1C294492-0E98-47B4-9550-5FF296D07E41}" destId="{D7696084-CCA7-4746-9A0F-EDD5745BFB7B}" srcOrd="0" destOrd="0" presId="urn:microsoft.com/office/officeart/2018/5/layout/IconLeafLabelList"/>
    <dgm:cxn modelId="{E987A2CE-AB3C-4F93-A76D-E8652D1B81BE}" type="presOf" srcId="{042E9116-6622-488A-A3F2-B89693A01F13}" destId="{4B1526FC-F7C3-4BEE-8FB5-43AC338AB92C}" srcOrd="0" destOrd="0" presId="urn:microsoft.com/office/officeart/2018/5/layout/IconLeafLabelList"/>
    <dgm:cxn modelId="{73DF19CF-7C92-4E79-B027-5EDF6DAC047F}" srcId="{042E9116-6622-488A-A3F2-B89693A01F13}" destId="{1C294492-0E98-47B4-9550-5FF296D07E41}" srcOrd="3" destOrd="0" parTransId="{17F36108-04A6-4C9A-BF4D-CB091DC3DBD0}" sibTransId="{81E8C3B3-4AB6-4840-A17C-E380B0869A96}"/>
    <dgm:cxn modelId="{7047CEE2-E462-4515-BE2A-F899811828FE}" type="presOf" srcId="{D3BDD0CE-EA14-45FA-897D-51B215B30D8E}" destId="{C30DCFBC-F1C2-4B3A-BB73-6F83179159AE}" srcOrd="0" destOrd="0" presId="urn:microsoft.com/office/officeart/2018/5/layout/IconLeafLabelList"/>
    <dgm:cxn modelId="{BE30B3E7-A409-4CF5-ABB2-908100C85EF6}" type="presOf" srcId="{80500F69-7F23-4A38-9730-564F8E1DFF32}" destId="{598130AF-A247-488C-BED4-51644F645DFB}" srcOrd="0" destOrd="0" presId="urn:microsoft.com/office/officeart/2018/5/layout/IconLeafLabelList"/>
    <dgm:cxn modelId="{C59B5BF7-1D76-4820-A87E-83E2A9E84004}" type="presParOf" srcId="{4B1526FC-F7C3-4BEE-8FB5-43AC338AB92C}" destId="{497C95AA-0101-4487-A36A-B5969B65CADE}" srcOrd="0" destOrd="0" presId="urn:microsoft.com/office/officeart/2018/5/layout/IconLeafLabelList"/>
    <dgm:cxn modelId="{4A8F7F72-29AF-4C2D-ABAD-2A5BABAC064D}" type="presParOf" srcId="{497C95AA-0101-4487-A36A-B5969B65CADE}" destId="{8270BD76-EEBF-4EF5-809F-0239E9D22A29}" srcOrd="0" destOrd="0" presId="urn:microsoft.com/office/officeart/2018/5/layout/IconLeafLabelList"/>
    <dgm:cxn modelId="{5F47DFBD-26FC-42DD-B1F4-D31635ABDE73}" type="presParOf" srcId="{497C95AA-0101-4487-A36A-B5969B65CADE}" destId="{89FAF524-87FD-44BA-93B2-AAB0DBB2D6A0}" srcOrd="1" destOrd="0" presId="urn:microsoft.com/office/officeart/2018/5/layout/IconLeafLabelList"/>
    <dgm:cxn modelId="{069C22C1-453D-4256-8DB0-DBB9E2A2901B}" type="presParOf" srcId="{497C95AA-0101-4487-A36A-B5969B65CADE}" destId="{EAE066D0-4E99-4F0B-98CE-F63ACE5C3F23}" srcOrd="2" destOrd="0" presId="urn:microsoft.com/office/officeart/2018/5/layout/IconLeafLabelList"/>
    <dgm:cxn modelId="{A55512F7-2766-49AF-B957-D9BC1E4AD5CE}" type="presParOf" srcId="{497C95AA-0101-4487-A36A-B5969B65CADE}" destId="{C30DCFBC-F1C2-4B3A-BB73-6F83179159AE}" srcOrd="3" destOrd="0" presId="urn:microsoft.com/office/officeart/2018/5/layout/IconLeafLabelList"/>
    <dgm:cxn modelId="{E1BE9F34-8E04-4B94-8510-BA71BCDADC70}" type="presParOf" srcId="{4B1526FC-F7C3-4BEE-8FB5-43AC338AB92C}" destId="{BB00F228-B669-492D-A84C-5BD66C755412}" srcOrd="1" destOrd="0" presId="urn:microsoft.com/office/officeart/2018/5/layout/IconLeafLabelList"/>
    <dgm:cxn modelId="{6E08A8B4-46E9-4C26-A815-8FF9CF94C491}" type="presParOf" srcId="{4B1526FC-F7C3-4BEE-8FB5-43AC338AB92C}" destId="{B3EF0340-C053-4FE7-9036-1B7938BD82DE}" srcOrd="2" destOrd="0" presId="urn:microsoft.com/office/officeart/2018/5/layout/IconLeafLabelList"/>
    <dgm:cxn modelId="{D91F005F-DCA3-40A5-B835-80DB8DFECD19}" type="presParOf" srcId="{B3EF0340-C053-4FE7-9036-1B7938BD82DE}" destId="{43B4E6CC-7B86-496D-AC75-D6BAD4852CA3}" srcOrd="0" destOrd="0" presId="urn:microsoft.com/office/officeart/2018/5/layout/IconLeafLabelList"/>
    <dgm:cxn modelId="{2A246D2E-D1A9-4A4B-A158-1D9CB0D76882}" type="presParOf" srcId="{B3EF0340-C053-4FE7-9036-1B7938BD82DE}" destId="{0DCE4DF8-4B07-4C82-BAB0-0E9B787BCD7C}" srcOrd="1" destOrd="0" presId="urn:microsoft.com/office/officeart/2018/5/layout/IconLeafLabelList"/>
    <dgm:cxn modelId="{A051F003-9085-45EB-AC96-A7B884C7DAA9}" type="presParOf" srcId="{B3EF0340-C053-4FE7-9036-1B7938BD82DE}" destId="{1CFDD7EB-67C5-4A09-8CB7-F82D9EE0B25A}" srcOrd="2" destOrd="0" presId="urn:microsoft.com/office/officeart/2018/5/layout/IconLeafLabelList"/>
    <dgm:cxn modelId="{1F33C341-D6AF-4DFE-83D1-993BC42FF951}" type="presParOf" srcId="{B3EF0340-C053-4FE7-9036-1B7938BD82DE}" destId="{DA59694B-1D51-4148-8297-21D1F00AB831}" srcOrd="3" destOrd="0" presId="urn:microsoft.com/office/officeart/2018/5/layout/IconLeafLabelList"/>
    <dgm:cxn modelId="{3E270FD1-7D71-440A-B5DB-277240B0176E}" type="presParOf" srcId="{4B1526FC-F7C3-4BEE-8FB5-43AC338AB92C}" destId="{32A2C04E-2E42-4755-BFC9-B8ECC89E63A4}" srcOrd="3" destOrd="0" presId="urn:microsoft.com/office/officeart/2018/5/layout/IconLeafLabelList"/>
    <dgm:cxn modelId="{B619AB15-0FDB-4CAB-85DF-B9191D65A0EB}" type="presParOf" srcId="{4B1526FC-F7C3-4BEE-8FB5-43AC338AB92C}" destId="{472488E6-C2DB-45C8-9CA7-B53884CFBE69}" srcOrd="4" destOrd="0" presId="urn:microsoft.com/office/officeart/2018/5/layout/IconLeafLabelList"/>
    <dgm:cxn modelId="{F8825A50-E08F-47E1-9676-EBD018042616}" type="presParOf" srcId="{472488E6-C2DB-45C8-9CA7-B53884CFBE69}" destId="{8318BCB4-3C1B-4648-86E1-02E789CE107E}" srcOrd="0" destOrd="0" presId="urn:microsoft.com/office/officeart/2018/5/layout/IconLeafLabelList"/>
    <dgm:cxn modelId="{63EEB7D8-04F0-4645-9094-486A969C3790}" type="presParOf" srcId="{472488E6-C2DB-45C8-9CA7-B53884CFBE69}" destId="{1C464686-06F1-4D83-9AE7-E8EF9F93A405}" srcOrd="1" destOrd="0" presId="urn:microsoft.com/office/officeart/2018/5/layout/IconLeafLabelList"/>
    <dgm:cxn modelId="{3524D559-8580-4C32-BB06-6443351BB7EE}" type="presParOf" srcId="{472488E6-C2DB-45C8-9CA7-B53884CFBE69}" destId="{98C96191-E336-476C-9867-6089E9752750}" srcOrd="2" destOrd="0" presId="urn:microsoft.com/office/officeart/2018/5/layout/IconLeafLabelList"/>
    <dgm:cxn modelId="{1230EEC4-021D-41E6-A243-C2D92715C57C}" type="presParOf" srcId="{472488E6-C2DB-45C8-9CA7-B53884CFBE69}" destId="{598130AF-A247-488C-BED4-51644F645DFB}" srcOrd="3" destOrd="0" presId="urn:microsoft.com/office/officeart/2018/5/layout/IconLeafLabelList"/>
    <dgm:cxn modelId="{B931903F-E3B9-40DA-B1A7-4340682F04BD}" type="presParOf" srcId="{4B1526FC-F7C3-4BEE-8FB5-43AC338AB92C}" destId="{AE69DAF7-3B51-4D19-8BB6-EE3CDBA5542F}" srcOrd="5" destOrd="0" presId="urn:microsoft.com/office/officeart/2018/5/layout/IconLeafLabelList"/>
    <dgm:cxn modelId="{ED5190B7-3F3E-4407-B77F-97E88CEA4CE4}" type="presParOf" srcId="{4B1526FC-F7C3-4BEE-8FB5-43AC338AB92C}" destId="{22979833-FBBC-4CCC-9CB7-51F19C51876C}" srcOrd="6" destOrd="0" presId="urn:microsoft.com/office/officeart/2018/5/layout/IconLeafLabelList"/>
    <dgm:cxn modelId="{9627BE92-A81D-474B-90F5-BDBBE7422E62}" type="presParOf" srcId="{22979833-FBBC-4CCC-9CB7-51F19C51876C}" destId="{38B63FA0-5354-4B4F-8507-65DAEADFE640}" srcOrd="0" destOrd="0" presId="urn:microsoft.com/office/officeart/2018/5/layout/IconLeafLabelList"/>
    <dgm:cxn modelId="{5C7C3439-8691-464A-869E-BCC7629AA26D}" type="presParOf" srcId="{22979833-FBBC-4CCC-9CB7-51F19C51876C}" destId="{3861CAB0-0E30-4068-BC82-EE4C7B27836F}" srcOrd="1" destOrd="0" presId="urn:microsoft.com/office/officeart/2018/5/layout/IconLeafLabelList"/>
    <dgm:cxn modelId="{505219EB-7F99-4448-8923-26F0CAFE007E}" type="presParOf" srcId="{22979833-FBBC-4CCC-9CB7-51F19C51876C}" destId="{28B2FBA4-B2E5-4413-A39F-8920FB862C42}" srcOrd="2" destOrd="0" presId="urn:microsoft.com/office/officeart/2018/5/layout/IconLeafLabelList"/>
    <dgm:cxn modelId="{01D05723-C475-4C94-93DB-ED6D0F01F6A0}" type="presParOf" srcId="{22979833-FBBC-4CCC-9CB7-51F19C51876C}" destId="{D7696084-CCA7-4746-9A0F-EDD5745BFB7B}"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C611659-67B7-41A6-855E-5C24F727B54A}">
      <dsp:nvSpPr>
        <dsp:cNvPr id="0" name=""/>
        <dsp:cNvSpPr/>
      </dsp:nvSpPr>
      <dsp:spPr>
        <a:xfrm>
          <a:off x="478800" y="894438"/>
          <a:ext cx="1098000" cy="1098000"/>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BFEF54A-D388-4206-8BE3-ED63437CA69B}">
      <dsp:nvSpPr>
        <dsp:cNvPr id="0" name=""/>
        <dsp:cNvSpPr/>
      </dsp:nvSpPr>
      <dsp:spPr>
        <a:xfrm>
          <a:off x="712800" y="1128438"/>
          <a:ext cx="630000" cy="63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54F59CB-92A4-478A-BAF8-D8705A5715E8}">
      <dsp:nvSpPr>
        <dsp:cNvPr id="0" name=""/>
        <dsp:cNvSpPr/>
      </dsp:nvSpPr>
      <dsp:spPr>
        <a:xfrm>
          <a:off x="127800" y="2334438"/>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a:t>Improve processes</a:t>
          </a:r>
        </a:p>
      </dsp:txBody>
      <dsp:txXfrm>
        <a:off x="127800" y="2334438"/>
        <a:ext cx="1800000" cy="720000"/>
      </dsp:txXfrm>
    </dsp:sp>
    <dsp:sp modelId="{F41419A5-FA6D-4E1E-A29A-30472465A333}">
      <dsp:nvSpPr>
        <dsp:cNvPr id="0" name=""/>
        <dsp:cNvSpPr/>
      </dsp:nvSpPr>
      <dsp:spPr>
        <a:xfrm>
          <a:off x="2593800" y="894438"/>
          <a:ext cx="1098000" cy="1098000"/>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FE46662-127B-45F8-BD99-0643DC5F9787}">
      <dsp:nvSpPr>
        <dsp:cNvPr id="0" name=""/>
        <dsp:cNvSpPr/>
      </dsp:nvSpPr>
      <dsp:spPr>
        <a:xfrm>
          <a:off x="2827800" y="1128438"/>
          <a:ext cx="630000" cy="63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563D1E5-0B69-4AC8-BFBC-614FF88ADB43}">
      <dsp:nvSpPr>
        <dsp:cNvPr id="0" name=""/>
        <dsp:cNvSpPr/>
      </dsp:nvSpPr>
      <dsp:spPr>
        <a:xfrm>
          <a:off x="2242800" y="2334438"/>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a:t>Identify opportunities </a:t>
          </a:r>
        </a:p>
      </dsp:txBody>
      <dsp:txXfrm>
        <a:off x="2242800" y="2334438"/>
        <a:ext cx="1800000" cy="720000"/>
      </dsp:txXfrm>
    </dsp:sp>
    <dsp:sp modelId="{744D26FC-32D5-4AF5-B61F-83AE50A288E0}">
      <dsp:nvSpPr>
        <dsp:cNvPr id="0" name=""/>
        <dsp:cNvSpPr/>
      </dsp:nvSpPr>
      <dsp:spPr>
        <a:xfrm>
          <a:off x="4708800" y="894438"/>
          <a:ext cx="1098000" cy="1098000"/>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689D2C6-99DF-407D-AFA8-2EA5D8C9A514}">
      <dsp:nvSpPr>
        <dsp:cNvPr id="0" name=""/>
        <dsp:cNvSpPr/>
      </dsp:nvSpPr>
      <dsp:spPr>
        <a:xfrm>
          <a:off x="4942800" y="1128438"/>
          <a:ext cx="630000" cy="6300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5AA1175-1643-466A-A8CB-142E6F6E0834}">
      <dsp:nvSpPr>
        <dsp:cNvPr id="0" name=""/>
        <dsp:cNvSpPr/>
      </dsp:nvSpPr>
      <dsp:spPr>
        <a:xfrm>
          <a:off x="4357800" y="2334438"/>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a:t>Launch new products</a:t>
          </a:r>
        </a:p>
      </dsp:txBody>
      <dsp:txXfrm>
        <a:off x="4357800" y="2334438"/>
        <a:ext cx="1800000" cy="720000"/>
      </dsp:txXfrm>
    </dsp:sp>
    <dsp:sp modelId="{5D48CED7-D74C-4AFE-9EA9-A5BABD2AA439}">
      <dsp:nvSpPr>
        <dsp:cNvPr id="0" name=""/>
        <dsp:cNvSpPr/>
      </dsp:nvSpPr>
      <dsp:spPr>
        <a:xfrm>
          <a:off x="6823800" y="894438"/>
          <a:ext cx="1098000" cy="1098000"/>
        </a:xfrm>
        <a:prstGeom prst="round2DiagRect">
          <a:avLst>
            <a:gd name="adj1" fmla="val 29727"/>
            <a:gd name="adj2" fmla="val 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5B059A8-1122-482B-B828-4DECF95BEFC4}">
      <dsp:nvSpPr>
        <dsp:cNvPr id="0" name=""/>
        <dsp:cNvSpPr/>
      </dsp:nvSpPr>
      <dsp:spPr>
        <a:xfrm>
          <a:off x="7057800" y="1128438"/>
          <a:ext cx="630000" cy="63000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4B89DF6-55F8-42D4-B507-611353D6C9BA}">
      <dsp:nvSpPr>
        <dsp:cNvPr id="0" name=""/>
        <dsp:cNvSpPr/>
      </dsp:nvSpPr>
      <dsp:spPr>
        <a:xfrm>
          <a:off x="6472800" y="2334438"/>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a:t>Serve customers</a:t>
          </a:r>
        </a:p>
      </dsp:txBody>
      <dsp:txXfrm>
        <a:off x="6472800" y="2334438"/>
        <a:ext cx="1800000" cy="720000"/>
      </dsp:txXfrm>
    </dsp:sp>
    <dsp:sp modelId="{CADFA22B-30DD-483F-98DF-D894BF402220}">
      <dsp:nvSpPr>
        <dsp:cNvPr id="0" name=""/>
        <dsp:cNvSpPr/>
      </dsp:nvSpPr>
      <dsp:spPr>
        <a:xfrm>
          <a:off x="8938800" y="894438"/>
          <a:ext cx="1098000" cy="1098000"/>
        </a:xfrm>
        <a:prstGeom prst="round2DiagRect">
          <a:avLst>
            <a:gd name="adj1" fmla="val 29727"/>
            <a:gd name="adj2" fmla="val 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23E0B99-AB4D-46F1-84CF-3CEA63D8D4F2}">
      <dsp:nvSpPr>
        <dsp:cNvPr id="0" name=""/>
        <dsp:cNvSpPr/>
      </dsp:nvSpPr>
      <dsp:spPr>
        <a:xfrm>
          <a:off x="9172800" y="1128438"/>
          <a:ext cx="630000" cy="63000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35C516A-A94F-4AFF-9050-7978275A1ECD}">
      <dsp:nvSpPr>
        <dsp:cNvPr id="0" name=""/>
        <dsp:cNvSpPr/>
      </dsp:nvSpPr>
      <dsp:spPr>
        <a:xfrm>
          <a:off x="8587800" y="2334438"/>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a:t>Make thoughtful decisions</a:t>
          </a:r>
        </a:p>
      </dsp:txBody>
      <dsp:txXfrm>
        <a:off x="8587800" y="2334438"/>
        <a:ext cx="1800000"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70BD76-EEBF-4EF5-809F-0239E9D22A29}">
      <dsp:nvSpPr>
        <dsp:cNvPr id="0" name=""/>
        <dsp:cNvSpPr/>
      </dsp:nvSpPr>
      <dsp:spPr>
        <a:xfrm>
          <a:off x="973190" y="785492"/>
          <a:ext cx="1264141" cy="1264141"/>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9FAF524-87FD-44BA-93B2-AAB0DBB2D6A0}">
      <dsp:nvSpPr>
        <dsp:cNvPr id="0" name=""/>
        <dsp:cNvSpPr/>
      </dsp:nvSpPr>
      <dsp:spPr>
        <a:xfrm>
          <a:off x="1242597" y="1054900"/>
          <a:ext cx="725326" cy="72532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30DCFBC-F1C2-4B3A-BB73-6F83179159AE}">
      <dsp:nvSpPr>
        <dsp:cNvPr id="0" name=""/>
        <dsp:cNvSpPr/>
      </dsp:nvSpPr>
      <dsp:spPr>
        <a:xfrm>
          <a:off x="569079" y="2443382"/>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55700">
            <a:lnSpc>
              <a:spcPct val="90000"/>
            </a:lnSpc>
            <a:spcBef>
              <a:spcPct val="0"/>
            </a:spcBef>
            <a:spcAft>
              <a:spcPct val="35000"/>
            </a:spcAft>
            <a:buNone/>
            <a:defRPr cap="all"/>
          </a:pPr>
          <a:r>
            <a:rPr lang="en-US" sz="2600" kern="1200"/>
            <a:t>Stakeholders</a:t>
          </a:r>
        </a:p>
      </dsp:txBody>
      <dsp:txXfrm>
        <a:off x="569079" y="2443382"/>
        <a:ext cx="2072362" cy="720000"/>
      </dsp:txXfrm>
    </dsp:sp>
    <dsp:sp modelId="{43B4E6CC-7B86-496D-AC75-D6BAD4852CA3}">
      <dsp:nvSpPr>
        <dsp:cNvPr id="0" name=""/>
        <dsp:cNvSpPr/>
      </dsp:nvSpPr>
      <dsp:spPr>
        <a:xfrm>
          <a:off x="3408216" y="785492"/>
          <a:ext cx="1264141" cy="1264141"/>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DCE4DF8-4B07-4C82-BAB0-0E9B787BCD7C}">
      <dsp:nvSpPr>
        <dsp:cNvPr id="0" name=""/>
        <dsp:cNvSpPr/>
      </dsp:nvSpPr>
      <dsp:spPr>
        <a:xfrm>
          <a:off x="3677623" y="1054900"/>
          <a:ext cx="725326" cy="72532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A59694B-1D51-4148-8297-21D1F00AB831}">
      <dsp:nvSpPr>
        <dsp:cNvPr id="0" name=""/>
        <dsp:cNvSpPr/>
      </dsp:nvSpPr>
      <dsp:spPr>
        <a:xfrm>
          <a:off x="3004105" y="2443382"/>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55700">
            <a:lnSpc>
              <a:spcPct val="90000"/>
            </a:lnSpc>
            <a:spcBef>
              <a:spcPct val="0"/>
            </a:spcBef>
            <a:spcAft>
              <a:spcPct val="35000"/>
            </a:spcAft>
            <a:buNone/>
            <a:defRPr cap="all"/>
          </a:pPr>
          <a:r>
            <a:rPr lang="en-US" sz="2600" kern="1200"/>
            <a:t>Peers</a:t>
          </a:r>
        </a:p>
      </dsp:txBody>
      <dsp:txXfrm>
        <a:off x="3004105" y="2443382"/>
        <a:ext cx="2072362" cy="720000"/>
      </dsp:txXfrm>
    </dsp:sp>
    <dsp:sp modelId="{8318BCB4-3C1B-4648-86E1-02E789CE107E}">
      <dsp:nvSpPr>
        <dsp:cNvPr id="0" name=""/>
        <dsp:cNvSpPr/>
      </dsp:nvSpPr>
      <dsp:spPr>
        <a:xfrm>
          <a:off x="5843242" y="785492"/>
          <a:ext cx="1264141" cy="1264141"/>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C464686-06F1-4D83-9AE7-E8EF9F93A405}">
      <dsp:nvSpPr>
        <dsp:cNvPr id="0" name=""/>
        <dsp:cNvSpPr/>
      </dsp:nvSpPr>
      <dsp:spPr>
        <a:xfrm>
          <a:off x="6112649" y="1054900"/>
          <a:ext cx="725326" cy="72532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98130AF-A247-488C-BED4-51644F645DFB}">
      <dsp:nvSpPr>
        <dsp:cNvPr id="0" name=""/>
        <dsp:cNvSpPr/>
      </dsp:nvSpPr>
      <dsp:spPr>
        <a:xfrm>
          <a:off x="5439131" y="2443382"/>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55700">
            <a:lnSpc>
              <a:spcPct val="90000"/>
            </a:lnSpc>
            <a:spcBef>
              <a:spcPct val="0"/>
            </a:spcBef>
            <a:spcAft>
              <a:spcPct val="35000"/>
            </a:spcAft>
            <a:buNone/>
            <a:defRPr cap="all"/>
          </a:pPr>
          <a:r>
            <a:rPr lang="en-US" sz="2600" kern="1200"/>
            <a:t>Domain SME</a:t>
          </a:r>
        </a:p>
      </dsp:txBody>
      <dsp:txXfrm>
        <a:off x="5439131" y="2443382"/>
        <a:ext cx="2072362" cy="720000"/>
      </dsp:txXfrm>
    </dsp:sp>
    <dsp:sp modelId="{38B63FA0-5354-4B4F-8507-65DAEADFE640}">
      <dsp:nvSpPr>
        <dsp:cNvPr id="0" name=""/>
        <dsp:cNvSpPr/>
      </dsp:nvSpPr>
      <dsp:spPr>
        <a:xfrm>
          <a:off x="8278268" y="785492"/>
          <a:ext cx="1264141" cy="1264141"/>
        </a:xfrm>
        <a:prstGeom prst="round2DiagRect">
          <a:avLst>
            <a:gd name="adj1" fmla="val 29727"/>
            <a:gd name="adj2" fmla="val 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861CAB0-0E30-4068-BC82-EE4C7B27836F}">
      <dsp:nvSpPr>
        <dsp:cNvPr id="0" name=""/>
        <dsp:cNvSpPr/>
      </dsp:nvSpPr>
      <dsp:spPr>
        <a:xfrm>
          <a:off x="8547675" y="1054900"/>
          <a:ext cx="725326" cy="72532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7696084-CCA7-4746-9A0F-EDD5745BFB7B}">
      <dsp:nvSpPr>
        <dsp:cNvPr id="0" name=""/>
        <dsp:cNvSpPr/>
      </dsp:nvSpPr>
      <dsp:spPr>
        <a:xfrm>
          <a:off x="7874157" y="2443382"/>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55700">
            <a:lnSpc>
              <a:spcPct val="90000"/>
            </a:lnSpc>
            <a:spcBef>
              <a:spcPct val="0"/>
            </a:spcBef>
            <a:spcAft>
              <a:spcPct val="35000"/>
            </a:spcAft>
            <a:buNone/>
            <a:defRPr cap="all"/>
          </a:pPr>
          <a:r>
            <a:rPr lang="en-US" sz="2600" kern="1200"/>
            <a:t>Training </a:t>
          </a:r>
        </a:p>
      </dsp:txBody>
      <dsp:txXfrm>
        <a:off x="7874157" y="2443382"/>
        <a:ext cx="2072362" cy="720000"/>
      </dsp:txXfrm>
    </dsp:sp>
  </dsp:spTree>
</dsp:drawing>
</file>

<file path=ppt/diagrams/layout1.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B4E15D-B248-4CF9-B637-00386E466AFC}" type="datetimeFigureOut">
              <a:rPr lang="en-US" smtClean="0"/>
              <a:t>11/23/2022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2B598A-4CD5-4D9B-B51F-023A623CD7DD}" type="slidenum">
              <a:rPr lang="en-US" smtClean="0"/>
              <a:t>‹#›</a:t>
            </a:fld>
            <a:endParaRPr lang="en-US"/>
          </a:p>
        </p:txBody>
      </p:sp>
    </p:spTree>
    <p:extLst>
      <p:ext uri="{BB962C8B-B14F-4D97-AF65-F5344CB8AC3E}">
        <p14:creationId xmlns:p14="http://schemas.microsoft.com/office/powerpoint/2010/main" val="11642707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a:t>
            </a:r>
            <a:r>
              <a:rPr lang="en-US" baseline="0" dirty="0"/>
              <a:t> analysis is ubiquitous in the DoD.  From aircraft telemetry, to intelligence, finance and training records – members of the DoD are using their skills to draw insight from data.  </a:t>
            </a:r>
            <a:endParaRPr lang="en-US" dirty="0"/>
          </a:p>
        </p:txBody>
      </p:sp>
      <p:sp>
        <p:nvSpPr>
          <p:cNvPr id="4" name="Slide Number Placeholder 3"/>
          <p:cNvSpPr>
            <a:spLocks noGrp="1"/>
          </p:cNvSpPr>
          <p:nvPr>
            <p:ph type="sldNum" sz="quarter" idx="10"/>
          </p:nvPr>
        </p:nvSpPr>
        <p:spPr/>
        <p:txBody>
          <a:bodyPr/>
          <a:lstStyle/>
          <a:p>
            <a:fld id="{F02B598A-4CD5-4D9B-B51F-023A623CD7DD}" type="slidenum">
              <a:rPr lang="en-US" smtClean="0"/>
              <a:t>2</a:t>
            </a:fld>
            <a:endParaRPr lang="en-US"/>
          </a:p>
        </p:txBody>
      </p:sp>
    </p:spTree>
    <p:extLst>
      <p:ext uri="{BB962C8B-B14F-4D97-AF65-F5344CB8AC3E}">
        <p14:creationId xmlns:p14="http://schemas.microsoft.com/office/powerpoint/2010/main" val="21161610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purposes were described</a:t>
            </a:r>
            <a:r>
              <a:rPr lang="en-US" baseline="0" dirty="0"/>
              <a:t> in the Google Data Analytics certificate program, and while they are commercial industry centered, they apply to the DOD as well.</a:t>
            </a:r>
          </a:p>
          <a:p>
            <a:endParaRPr lang="en-US" baseline="0" dirty="0"/>
          </a:p>
          <a:p>
            <a:r>
              <a:rPr lang="en-US" baseline="0" dirty="0"/>
              <a:t>As a data scientist or data analyst, you’ll find that your projects are primarily driven toward achieving one of these outcomes:</a:t>
            </a:r>
          </a:p>
          <a:p>
            <a:pPr marL="228600" indent="-228600">
              <a:buFont typeface="+mj-lt"/>
              <a:buAutoNum type="arabicPeriod"/>
            </a:pPr>
            <a:r>
              <a:rPr lang="en-US" baseline="0" dirty="0"/>
              <a:t>Improve processes:  Such as making squadron operations more efficient, identifying and removing redundancy, more targeted data collection</a:t>
            </a:r>
          </a:p>
          <a:p>
            <a:pPr marL="228600" indent="-228600">
              <a:buFont typeface="+mj-lt"/>
              <a:buAutoNum type="arabicPeriod"/>
            </a:pPr>
            <a:r>
              <a:rPr lang="en-US" baseline="0" dirty="0"/>
              <a:t>Identify opportunities: By finding connections between different processes, actors, or organizations, you can identify new opportunities for improved production </a:t>
            </a:r>
          </a:p>
          <a:p>
            <a:pPr marL="228600" indent="-228600">
              <a:buFont typeface="+mj-lt"/>
              <a:buAutoNum type="arabicPeriod"/>
            </a:pPr>
            <a:r>
              <a:rPr lang="en-US" baseline="0" dirty="0"/>
              <a:t>Launch new products: Creating dashboards that summarize live data, creating data tools for the average workforce, </a:t>
            </a:r>
          </a:p>
          <a:p>
            <a:pPr marL="228600" indent="-228600">
              <a:buFont typeface="+mj-lt"/>
              <a:buAutoNum type="arabicPeriod"/>
            </a:pPr>
            <a:r>
              <a:rPr lang="en-US" baseline="0" dirty="0"/>
              <a:t>Serve customers:  In addition to the warfighter, your customer could be the mission owner, your organization leadership, or a partner organization depending on your data products</a:t>
            </a:r>
          </a:p>
          <a:p>
            <a:pPr marL="228600" indent="-228600">
              <a:buFont typeface="+mj-lt"/>
              <a:buAutoNum type="arabicPeriod"/>
            </a:pPr>
            <a:r>
              <a:rPr lang="en-US" baseline="0" dirty="0"/>
              <a:t>Make thoughtful decisions: You can summarize insights and help senior leaders make thoughtful decisions</a:t>
            </a:r>
            <a:endParaRPr lang="en-US" dirty="0"/>
          </a:p>
        </p:txBody>
      </p:sp>
      <p:sp>
        <p:nvSpPr>
          <p:cNvPr id="4" name="Slide Number Placeholder 3"/>
          <p:cNvSpPr>
            <a:spLocks noGrp="1"/>
          </p:cNvSpPr>
          <p:nvPr>
            <p:ph type="sldNum" sz="quarter" idx="10"/>
          </p:nvPr>
        </p:nvSpPr>
        <p:spPr/>
        <p:txBody>
          <a:bodyPr/>
          <a:lstStyle/>
          <a:p>
            <a:fld id="{F02B598A-4CD5-4D9B-B51F-023A623CD7DD}" type="slidenum">
              <a:rPr lang="en-US" smtClean="0"/>
              <a:t>3</a:t>
            </a:fld>
            <a:endParaRPr lang="en-US"/>
          </a:p>
        </p:txBody>
      </p:sp>
    </p:spTree>
    <p:extLst>
      <p:ext uri="{BB962C8B-B14F-4D97-AF65-F5344CB8AC3E}">
        <p14:creationId xmlns:p14="http://schemas.microsoft.com/office/powerpoint/2010/main" val="34710025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don’t work alone</a:t>
            </a:r>
            <a:r>
              <a:rPr lang="en-US" baseline="0" dirty="0"/>
              <a:t> as a data scientists.  </a:t>
            </a:r>
          </a:p>
          <a:p>
            <a:pPr marL="171450" indent="-171450">
              <a:buFont typeface="Arial" panose="020B0604020202020204" pitchFamily="34" charset="0"/>
              <a:buChar char="•"/>
            </a:pPr>
            <a:r>
              <a:rPr lang="en-US" baseline="0" dirty="0"/>
              <a:t>You’ll engage with the Stakeholder, who owns the mission and will help you identify the project goal.</a:t>
            </a:r>
          </a:p>
          <a:p>
            <a:pPr marL="171450" indent="-171450">
              <a:buFont typeface="Arial" panose="020B0604020202020204" pitchFamily="34" charset="0"/>
              <a:buChar char="•"/>
            </a:pPr>
            <a:r>
              <a:rPr lang="en-US" baseline="0" dirty="0"/>
              <a:t>The Domain SME will usually work in the same organization as the Stakeholder.  </a:t>
            </a:r>
          </a:p>
          <a:p>
            <a:pPr marL="628650" lvl="1" indent="-171450">
              <a:buFont typeface="Arial" panose="020B0604020202020204" pitchFamily="34" charset="0"/>
              <a:buChar char="•"/>
            </a:pPr>
            <a:r>
              <a:rPr lang="en-US" baseline="0" dirty="0"/>
              <a:t>He or she will be your focal point for understanding the domain or subject area that the data and mission relate to</a:t>
            </a:r>
          </a:p>
          <a:p>
            <a:pPr marL="628650" lvl="1" indent="-171450">
              <a:buFont typeface="Arial" panose="020B0604020202020204" pitchFamily="34" charset="0"/>
              <a:buChar char="•"/>
            </a:pPr>
            <a:r>
              <a:rPr lang="en-US" baseline="0" dirty="0"/>
              <a:t>For example, they may be a pilot, intelligence or cyber analyst or maintainer.  </a:t>
            </a:r>
          </a:p>
          <a:p>
            <a:pPr marL="171450" lvl="0" indent="-171450">
              <a:buFont typeface="Arial" panose="020B0604020202020204" pitchFamily="34" charset="0"/>
              <a:buChar char="•"/>
            </a:pPr>
            <a:r>
              <a:rPr lang="en-US" baseline="0" dirty="0"/>
              <a:t>You should also build out a network of peers.  </a:t>
            </a:r>
          </a:p>
          <a:p>
            <a:pPr marL="628650" lvl="1" indent="-171450">
              <a:buFont typeface="Arial" panose="020B0604020202020204" pitchFamily="34" charset="0"/>
              <a:buChar char="•"/>
            </a:pPr>
            <a:r>
              <a:rPr lang="en-US" baseline="0" dirty="0"/>
              <a:t>You cannot know all the different areas of data science.  </a:t>
            </a:r>
          </a:p>
          <a:p>
            <a:pPr marL="628650" lvl="1" indent="-171450">
              <a:buFont typeface="Arial" panose="020B0604020202020204" pitchFamily="34" charset="0"/>
              <a:buChar char="•"/>
            </a:pPr>
            <a:r>
              <a:rPr lang="en-US" baseline="0" dirty="0"/>
              <a:t>You should rely on different people who are experts in different areas to consult with during a project</a:t>
            </a:r>
          </a:p>
          <a:p>
            <a:pPr marL="628650" lvl="1" indent="-171450">
              <a:buFont typeface="Arial" panose="020B0604020202020204" pitchFamily="34" charset="0"/>
              <a:buChar char="•"/>
            </a:pPr>
            <a:r>
              <a:rPr lang="en-US" baseline="0" dirty="0"/>
              <a:t>These could include data architects, data engineers, data visualization experts, and statisticians</a:t>
            </a:r>
          </a:p>
          <a:p>
            <a:pPr marL="171450" lvl="0" indent="-171450">
              <a:buFont typeface="Arial" panose="020B0604020202020204" pitchFamily="34" charset="0"/>
              <a:buChar char="•"/>
            </a:pPr>
            <a:r>
              <a:rPr lang="en-US" baseline="0" dirty="0"/>
              <a:t>Finally, it is also impossible to know the complete set of tools of the data science trade</a:t>
            </a:r>
          </a:p>
          <a:p>
            <a:pPr marL="628650" lvl="1" indent="-171450">
              <a:buFont typeface="Arial" panose="020B0604020202020204" pitchFamily="34" charset="0"/>
              <a:buChar char="•"/>
            </a:pPr>
            <a:r>
              <a:rPr lang="en-US" baseline="0" dirty="0"/>
              <a:t>Know where to find training for the specific areas you need for your project</a:t>
            </a:r>
          </a:p>
          <a:p>
            <a:pPr marL="628650" lvl="1" indent="-171450">
              <a:buFont typeface="Arial" panose="020B0604020202020204" pitchFamily="34" charset="0"/>
              <a:buChar char="•"/>
            </a:pPr>
            <a:r>
              <a:rPr lang="en-US" baseline="0" dirty="0"/>
              <a:t>AFIT has a longer 5 quarter data analytics certificate program as well as a Masters in Data Science program</a:t>
            </a:r>
          </a:p>
          <a:p>
            <a:pPr marL="628650" lvl="1" indent="-171450">
              <a:buFont typeface="Arial" panose="020B0604020202020204" pitchFamily="34" charset="0"/>
              <a:buChar char="•"/>
            </a:pPr>
            <a:r>
              <a:rPr lang="en-US" baseline="0" dirty="0"/>
              <a:t>There are also many online resources and classes you can take, including the DOD’s Digital University, and </a:t>
            </a:r>
            <a:r>
              <a:rPr lang="en-US" baseline="0" dirty="0" err="1"/>
              <a:t>LinkedInLearning</a:t>
            </a:r>
            <a:r>
              <a:rPr lang="en-US" baseline="0" dirty="0"/>
              <a:t> through DAU</a:t>
            </a:r>
            <a:endParaRPr lang="en-US" dirty="0"/>
          </a:p>
        </p:txBody>
      </p:sp>
      <p:sp>
        <p:nvSpPr>
          <p:cNvPr id="4" name="Slide Number Placeholder 3"/>
          <p:cNvSpPr>
            <a:spLocks noGrp="1"/>
          </p:cNvSpPr>
          <p:nvPr>
            <p:ph type="sldNum" sz="quarter" idx="10"/>
          </p:nvPr>
        </p:nvSpPr>
        <p:spPr/>
        <p:txBody>
          <a:bodyPr/>
          <a:lstStyle/>
          <a:p>
            <a:fld id="{F02B598A-4CD5-4D9B-B51F-023A623CD7DD}" type="slidenum">
              <a:rPr lang="en-US" smtClean="0"/>
              <a:t>4</a:t>
            </a:fld>
            <a:endParaRPr lang="en-US"/>
          </a:p>
        </p:txBody>
      </p:sp>
    </p:spTree>
    <p:extLst>
      <p:ext uri="{BB962C8B-B14F-4D97-AF65-F5344CB8AC3E}">
        <p14:creationId xmlns:p14="http://schemas.microsoft.com/office/powerpoint/2010/main" val="42924159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So now lets talk</a:t>
            </a:r>
            <a:r>
              <a:rPr lang="en-US" baseline="0" dirty="0">
                <a:cs typeface="Calibri"/>
              </a:rPr>
              <a:t> a bit about taking a structure approach to your data science project.  </a:t>
            </a:r>
          </a:p>
          <a:p>
            <a:endParaRPr lang="en-US" baseline="0" dirty="0">
              <a:cs typeface="Calibri"/>
            </a:endParaRPr>
          </a:p>
          <a:p>
            <a:r>
              <a:rPr lang="en-US" dirty="0">
                <a:cs typeface="Calibri"/>
              </a:rPr>
              <a:t>Many</a:t>
            </a:r>
            <a:r>
              <a:rPr lang="en-US" baseline="0" dirty="0">
                <a:cs typeface="Calibri"/>
              </a:rPr>
              <a:t> different references describe the data science workflow, which is the project from start of finish of a data science project.</a:t>
            </a:r>
          </a:p>
          <a:p>
            <a:endParaRPr lang="en-US" baseline="0" dirty="0">
              <a:cs typeface="Calibri"/>
            </a:endParaRPr>
          </a:p>
          <a:p>
            <a:r>
              <a:rPr lang="en-US" baseline="0" dirty="0">
                <a:cs typeface="Calibri"/>
              </a:rPr>
              <a:t>They largely agree on the steps presented here. </a:t>
            </a:r>
          </a:p>
          <a:p>
            <a:pPr marL="228600" indent="-228600">
              <a:buFont typeface="+mj-lt"/>
              <a:buAutoNum type="arabicPeriod"/>
            </a:pPr>
            <a:r>
              <a:rPr lang="en-US" baseline="0" dirty="0">
                <a:cs typeface="Calibri"/>
              </a:rPr>
              <a:t>First, create a project goal by engaging with your stakeholder.  This is the mission owner who has the information gap that he hopes you can fill.</a:t>
            </a:r>
          </a:p>
          <a:p>
            <a:pPr marL="685800" lvl="1" indent="-228600">
              <a:buFont typeface="+mj-lt"/>
              <a:buAutoNum type="arabicPeriod"/>
            </a:pPr>
            <a:r>
              <a:rPr lang="en-US" baseline="0" dirty="0">
                <a:cs typeface="Calibri"/>
              </a:rPr>
              <a:t>We’ll talk a little more about that in the next slide  </a:t>
            </a:r>
          </a:p>
          <a:p>
            <a:pPr marL="228600" lvl="0" indent="-228600">
              <a:buFont typeface="+mj-lt"/>
              <a:buAutoNum type="arabicPeriod"/>
            </a:pPr>
            <a:r>
              <a:rPr lang="en-US" baseline="0" dirty="0">
                <a:cs typeface="Calibri"/>
              </a:rPr>
              <a:t>In the Prepare and Plan stage, you’ll assess the quality of the data that you have, make sure you have access to it, verify that it was ethically sourced, and identify potential for bias early on</a:t>
            </a:r>
          </a:p>
          <a:p>
            <a:pPr marL="228600" lvl="0" indent="-228600">
              <a:buFont typeface="+mj-lt"/>
              <a:buAutoNum type="arabicPeriod"/>
            </a:pPr>
            <a:r>
              <a:rPr lang="en-US" baseline="0" dirty="0">
                <a:cs typeface="Calibri"/>
              </a:rPr>
              <a:t>In the Process phase, you’ll clean the data to get it ready for analysis</a:t>
            </a:r>
          </a:p>
          <a:p>
            <a:pPr marL="228600" lvl="0" indent="-228600">
              <a:buFont typeface="+mj-lt"/>
              <a:buAutoNum type="arabicPeriod"/>
            </a:pPr>
            <a:r>
              <a:rPr lang="en-US" baseline="0" dirty="0">
                <a:cs typeface="Calibri"/>
              </a:rPr>
              <a:t>In the Analyze phase, you’ll analyze the data to look for trends, new connections, or build models to predict or categorize </a:t>
            </a:r>
          </a:p>
          <a:p>
            <a:pPr marL="228600" lvl="0" indent="-228600">
              <a:buFont typeface="+mj-lt"/>
              <a:buAutoNum type="arabicPeriod"/>
            </a:pPr>
            <a:r>
              <a:rPr lang="en-US" baseline="0" dirty="0">
                <a:cs typeface="Calibri"/>
              </a:rPr>
              <a:t>Finally in the Share and Act phase, you’ll present the story that the data is telling in a way that is easy for the stakeholder to understand and make decisions on.</a:t>
            </a:r>
            <a:endParaRPr lang="en-US" dirty="0">
              <a:cs typeface="Calibri"/>
            </a:endParaRPr>
          </a:p>
        </p:txBody>
      </p:sp>
      <p:sp>
        <p:nvSpPr>
          <p:cNvPr id="4" name="Slide Number Placeholder 3"/>
          <p:cNvSpPr>
            <a:spLocks noGrp="1"/>
          </p:cNvSpPr>
          <p:nvPr>
            <p:ph type="sldNum" sz="quarter" idx="5"/>
          </p:nvPr>
        </p:nvSpPr>
        <p:spPr/>
        <p:txBody>
          <a:bodyPr/>
          <a:lstStyle/>
          <a:p>
            <a:fld id="{5A3452FB-7274-4E52-B585-59AB70EBCA41}" type="slidenum">
              <a:rPr lang="en-US" smtClean="0"/>
              <a:t>5</a:t>
            </a:fld>
            <a:endParaRPr lang="en-US"/>
          </a:p>
        </p:txBody>
      </p:sp>
    </p:spTree>
    <p:extLst>
      <p:ext uri="{BB962C8B-B14F-4D97-AF65-F5344CB8AC3E}">
        <p14:creationId xmlns:p14="http://schemas.microsoft.com/office/powerpoint/2010/main" val="16891697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a:t>At the initial meeting, the mission owner will describe what they need</a:t>
            </a:r>
          </a:p>
          <a:p>
            <a:pPr marL="685800" lvl="1" indent="-228600">
              <a:buAutoNum type="arabicPeriod"/>
            </a:pPr>
            <a:r>
              <a:rPr lang="en-US" dirty="0"/>
              <a:t>An example of a bad project goal is if the stakeholder comes to you and says that he or she has a large collection of data, and can you see if there’s something interesting in there.</a:t>
            </a:r>
            <a:endParaRPr lang="en-US" dirty="0">
              <a:ea typeface="Calibri"/>
              <a:cs typeface="Calibri"/>
            </a:endParaRPr>
          </a:p>
          <a:p>
            <a:pPr marL="685800" lvl="1" indent="-228600">
              <a:buAutoNum type="arabicPeriod"/>
            </a:pPr>
            <a:r>
              <a:rPr lang="en-US" dirty="0"/>
              <a:t>This kind of project is too open-ended and likely to fail as you don’t know what “interesting” means or if it would help the mission.</a:t>
            </a:r>
            <a:endParaRPr lang="en-US" dirty="0">
              <a:ea typeface="Calibri"/>
              <a:cs typeface="Calibri"/>
            </a:endParaRPr>
          </a:p>
          <a:p>
            <a:pPr marL="228600" indent="-228600">
              <a:buAutoNum type="arabicPeriod"/>
            </a:pPr>
            <a:r>
              <a:rPr lang="en-US" dirty="0"/>
              <a:t>Ask questions such as </a:t>
            </a:r>
            <a:endParaRPr lang="en-US" dirty="0">
              <a:ea typeface="Calibri"/>
              <a:cs typeface="Calibri"/>
            </a:endParaRPr>
          </a:p>
          <a:p>
            <a:pPr marL="685800" lvl="1" indent="-228600">
              <a:buAutoNum type="arabicPeriod"/>
            </a:pPr>
            <a:r>
              <a:rPr lang="en-US" dirty="0"/>
              <a:t>What kind of results are needed?</a:t>
            </a:r>
            <a:endParaRPr lang="en-US" dirty="0">
              <a:ea typeface="Calibri"/>
              <a:cs typeface="Calibri"/>
            </a:endParaRPr>
          </a:p>
          <a:p>
            <a:pPr marL="685800" lvl="1" indent="-228600">
              <a:buAutoNum type="arabicPeriod"/>
            </a:pPr>
            <a:r>
              <a:rPr lang="en-US" dirty="0"/>
              <a:t>Who will be informed?</a:t>
            </a:r>
            <a:endParaRPr lang="en-US" dirty="0">
              <a:ea typeface="Calibri"/>
              <a:cs typeface="Calibri"/>
            </a:endParaRPr>
          </a:p>
          <a:p>
            <a:pPr marL="685800" lvl="1" indent="-228600">
              <a:buAutoNum type="arabicPeriod"/>
            </a:pPr>
            <a:r>
              <a:rPr lang="en-US" dirty="0"/>
              <a:t>How quickly does a decision need to be made?</a:t>
            </a:r>
            <a:endParaRPr lang="en-US" dirty="0">
              <a:ea typeface="Calibri"/>
              <a:cs typeface="Calibri"/>
            </a:endParaRPr>
          </a:p>
          <a:p>
            <a:pPr marL="228600" indent="-228600">
              <a:buAutoNum type="arabicPeriod"/>
            </a:pPr>
            <a:r>
              <a:rPr lang="en-US" dirty="0"/>
              <a:t>Refer to slide 3, and ask the stakeholder if there’s anything you can do to improve a process, identify opportunities, create a new data product, serve customers or help them make decisions.</a:t>
            </a:r>
            <a:endParaRPr lang="en-US" dirty="0">
              <a:ea typeface="Calibri"/>
              <a:cs typeface="Calibri"/>
            </a:endParaRPr>
          </a:p>
          <a:p>
            <a:pPr marL="228600" indent="-228600">
              <a:buAutoNum type="arabicPeriod"/>
            </a:pPr>
            <a:r>
              <a:rPr lang="en-US" dirty="0"/>
              <a:t>At the end of the meeting, remember to ask the stakeholder for a SME that you can work with throughout the project</a:t>
            </a:r>
            <a:endParaRPr lang="en-US" dirty="0">
              <a:ea typeface="Calibri"/>
              <a:cs typeface="Calibri"/>
            </a:endParaRPr>
          </a:p>
          <a:p>
            <a:pPr marL="228600" indent="-228600">
              <a:buAutoNum type="arabicPeriod"/>
            </a:pPr>
            <a:r>
              <a:rPr lang="en-US" dirty="0"/>
              <a:t>If possible, provide updates to the stakeholder at various stages instead of just at the end.  </a:t>
            </a:r>
            <a:endParaRPr lang="en-US" dirty="0">
              <a:ea typeface="Calibri"/>
              <a:cs typeface="Calibri"/>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F02B598A-4CD5-4D9B-B51F-023A623CD7DD}" type="slidenum">
              <a:rPr lang="en-US" smtClean="0"/>
              <a:t>7</a:t>
            </a:fld>
            <a:endParaRPr lang="en-US"/>
          </a:p>
        </p:txBody>
      </p:sp>
    </p:spTree>
    <p:extLst>
      <p:ext uri="{BB962C8B-B14F-4D97-AF65-F5344CB8AC3E}">
        <p14:creationId xmlns:p14="http://schemas.microsoft.com/office/powerpoint/2010/main" val="14099589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a:t>
            </a:r>
            <a:r>
              <a:rPr lang="en-US" baseline="0" dirty="0"/>
              <a:t> that you’ve been introduced to the Data Science Workflow, view this video on DAU that shows how the Navy improved their operational readiness through machine learning models.  </a:t>
            </a:r>
          </a:p>
          <a:p>
            <a:endParaRPr lang="en-US" baseline="0" dirty="0"/>
          </a:p>
          <a:p>
            <a:r>
              <a:rPr lang="en-US" baseline="0" dirty="0"/>
              <a:t>Pay attention to how the stakeholder identified the goal, the data scientists depended on the domain experts, the iterations and difficulties in building a predictive model, and the importance of presenting a simple trustworthy visualization that helped the admiral make informed and quick decisions.  </a:t>
            </a:r>
            <a:endParaRPr lang="en-US" dirty="0"/>
          </a:p>
        </p:txBody>
      </p:sp>
      <p:sp>
        <p:nvSpPr>
          <p:cNvPr id="4" name="Slide Number Placeholder 3"/>
          <p:cNvSpPr>
            <a:spLocks noGrp="1"/>
          </p:cNvSpPr>
          <p:nvPr>
            <p:ph type="sldNum" sz="quarter" idx="10"/>
          </p:nvPr>
        </p:nvSpPr>
        <p:spPr/>
        <p:txBody>
          <a:bodyPr/>
          <a:lstStyle/>
          <a:p>
            <a:fld id="{F02B598A-4CD5-4D9B-B51F-023A623CD7DD}" type="slidenum">
              <a:rPr lang="en-US" smtClean="0"/>
              <a:t>7</a:t>
            </a:fld>
            <a:endParaRPr lang="en-US"/>
          </a:p>
        </p:txBody>
      </p:sp>
    </p:spTree>
    <p:extLst>
      <p:ext uri="{BB962C8B-B14F-4D97-AF65-F5344CB8AC3E}">
        <p14:creationId xmlns:p14="http://schemas.microsoft.com/office/powerpoint/2010/main" val="28983991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a:t>
            </a:r>
            <a:r>
              <a:rPr lang="en-US" baseline="0" dirty="0"/>
              <a:t> you’ll go through a python refresher.  This is not even close to being comprehensive.  It simply goes over the tools and functions you are most likely to encounter during this course.  </a:t>
            </a:r>
          </a:p>
          <a:p>
            <a:r>
              <a:rPr lang="en-US" baseline="0" dirty="0"/>
              <a:t>AFIT/LS will be offering soon a short course on Python programming.  Further, the AFIT Data Analytics certificate course offers a quarter length Python course.  In addition, there are several Python online courses available through DAU’s partnership with </a:t>
            </a:r>
            <a:r>
              <a:rPr lang="en-US" baseline="0" dirty="0" err="1"/>
              <a:t>LinkedInLearning</a:t>
            </a:r>
            <a:r>
              <a:rPr lang="en-US" baseline="0" dirty="0"/>
              <a:t>, as well as Digital </a:t>
            </a:r>
            <a:r>
              <a:rPr lang="en-US" baseline="0" dirty="0" err="1"/>
              <a:t>Univeristy</a:t>
            </a:r>
            <a:r>
              <a:rPr lang="en-US" baseline="0" dirty="0"/>
              <a:t> (https://digitalu.af.mil/)</a:t>
            </a:r>
          </a:p>
        </p:txBody>
      </p:sp>
      <p:sp>
        <p:nvSpPr>
          <p:cNvPr id="4" name="Slide Number Placeholder 3"/>
          <p:cNvSpPr>
            <a:spLocks noGrp="1"/>
          </p:cNvSpPr>
          <p:nvPr>
            <p:ph type="sldNum" sz="quarter" idx="10"/>
          </p:nvPr>
        </p:nvSpPr>
        <p:spPr/>
        <p:txBody>
          <a:bodyPr/>
          <a:lstStyle/>
          <a:p>
            <a:fld id="{F02B598A-4CD5-4D9B-B51F-023A623CD7DD}" type="slidenum">
              <a:rPr lang="en-US" smtClean="0"/>
              <a:t>8</a:t>
            </a:fld>
            <a:endParaRPr lang="en-US"/>
          </a:p>
        </p:txBody>
      </p:sp>
    </p:spTree>
    <p:extLst>
      <p:ext uri="{BB962C8B-B14F-4D97-AF65-F5344CB8AC3E}">
        <p14:creationId xmlns:p14="http://schemas.microsoft.com/office/powerpoint/2010/main" val="39515713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763C584-8AEF-4A43-8713-A662A829C1CE}" type="datetimeFigureOut">
              <a:rPr lang="en-US" smtClean="0"/>
              <a:t>11/23/2022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32299AA-6EB0-4C14-BE1C-21965C8C6F35}" type="slidenum">
              <a:rPr lang="en-US" smtClean="0"/>
              <a:t>‹#›</a:t>
            </a:fld>
            <a:endParaRPr lang="en-US"/>
          </a:p>
        </p:txBody>
      </p:sp>
    </p:spTree>
    <p:extLst>
      <p:ext uri="{BB962C8B-B14F-4D97-AF65-F5344CB8AC3E}">
        <p14:creationId xmlns:p14="http://schemas.microsoft.com/office/powerpoint/2010/main" val="38114574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dirty="0"/>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763C584-8AEF-4A43-8713-A662A829C1CE}" type="datetimeFigureOut">
              <a:rPr lang="en-US" smtClean="0"/>
              <a:t>11/23/2022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32299AA-6EB0-4C14-BE1C-21965C8C6F35}" type="slidenum">
              <a:rPr lang="en-US" smtClean="0"/>
              <a:t>‹#›</a:t>
            </a:fld>
            <a:endParaRPr lang="en-US"/>
          </a:p>
        </p:txBody>
      </p:sp>
    </p:spTree>
    <p:extLst>
      <p:ext uri="{BB962C8B-B14F-4D97-AF65-F5344CB8AC3E}">
        <p14:creationId xmlns:p14="http://schemas.microsoft.com/office/powerpoint/2010/main" val="7287332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763C584-8AEF-4A43-8713-A662A829C1CE}" type="datetimeFigureOut">
              <a:rPr lang="en-US" smtClean="0"/>
              <a:t>11/23/2022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32299AA-6EB0-4C14-BE1C-21965C8C6F35}" type="slidenum">
              <a:rPr lang="en-US" smtClean="0"/>
              <a:t>‹#›</a:t>
            </a:fld>
            <a:endParaRPr lang="en-US"/>
          </a:p>
        </p:txBody>
      </p:sp>
    </p:spTree>
    <p:extLst>
      <p:ext uri="{BB962C8B-B14F-4D97-AF65-F5344CB8AC3E}">
        <p14:creationId xmlns:p14="http://schemas.microsoft.com/office/powerpoint/2010/main" val="31895178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dirty="0"/>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763C584-8AEF-4A43-8713-A662A829C1CE}" type="datetimeFigureOut">
              <a:rPr lang="en-US" smtClean="0"/>
              <a:t>11/23/2022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32299AA-6EB0-4C14-BE1C-21965C8C6F35}" type="slidenum">
              <a:rPr lang="en-US" smtClean="0"/>
              <a:t>‹#›</a:t>
            </a:fld>
            <a:endParaRPr lang="en-US"/>
          </a:p>
        </p:txBody>
      </p:sp>
    </p:spTree>
    <p:extLst>
      <p:ext uri="{BB962C8B-B14F-4D97-AF65-F5344CB8AC3E}">
        <p14:creationId xmlns:p14="http://schemas.microsoft.com/office/powerpoint/2010/main" val="37166015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763C584-8AEF-4A43-8713-A662A829C1CE}" type="datetimeFigureOut">
              <a:rPr lang="en-US" smtClean="0"/>
              <a:t>11/23/2022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32299AA-6EB0-4C14-BE1C-21965C8C6F35}" type="slidenum">
              <a:rPr lang="en-US" smtClean="0"/>
              <a:t>‹#›</a:t>
            </a:fld>
            <a:endParaRPr lang="en-US"/>
          </a:p>
        </p:txBody>
      </p:sp>
    </p:spTree>
    <p:extLst>
      <p:ext uri="{BB962C8B-B14F-4D97-AF65-F5344CB8AC3E}">
        <p14:creationId xmlns:p14="http://schemas.microsoft.com/office/powerpoint/2010/main" val="26616569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dirty="0"/>
              <a:t>Click to edit Master title style</a:t>
            </a:r>
          </a:p>
        </p:txBody>
      </p:sp>
      <p:sp>
        <p:nvSpPr>
          <p:cNvPr id="3" name="Date Placeholder 2"/>
          <p:cNvSpPr>
            <a:spLocks noGrp="1"/>
          </p:cNvSpPr>
          <p:nvPr>
            <p:ph type="dt" sz="half" idx="10"/>
          </p:nvPr>
        </p:nvSpPr>
        <p:spPr/>
        <p:txBody>
          <a:bodyPr/>
          <a:lstStyle/>
          <a:p>
            <a:fld id="{0763C584-8AEF-4A43-8713-A662A829C1CE}" type="datetimeFigureOut">
              <a:rPr lang="en-US" smtClean="0"/>
              <a:t>11/23/2022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32299AA-6EB0-4C14-BE1C-21965C8C6F35}" type="slidenum">
              <a:rPr lang="en-US" smtClean="0"/>
              <a:t>‹#›</a:t>
            </a:fld>
            <a:endParaRPr lang="en-US"/>
          </a:p>
        </p:txBody>
      </p:sp>
    </p:spTree>
    <p:extLst>
      <p:ext uri="{BB962C8B-B14F-4D97-AF65-F5344CB8AC3E}">
        <p14:creationId xmlns:p14="http://schemas.microsoft.com/office/powerpoint/2010/main" val="22577666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763C584-8AEF-4A43-8713-A662A829C1CE}" type="datetimeFigureOut">
              <a:rPr lang="en-US" smtClean="0"/>
              <a:t>11/23/2022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32299AA-6EB0-4C14-BE1C-21965C8C6F35}" type="slidenum">
              <a:rPr lang="en-US" smtClean="0"/>
              <a:t>‹#›</a:t>
            </a:fld>
            <a:endParaRPr lang="en-US"/>
          </a:p>
        </p:txBody>
      </p:sp>
    </p:spTree>
    <p:extLst>
      <p:ext uri="{BB962C8B-B14F-4D97-AF65-F5344CB8AC3E}">
        <p14:creationId xmlns:p14="http://schemas.microsoft.com/office/powerpoint/2010/main" val="18325977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763C584-8AEF-4A43-8713-A662A829C1CE}" type="datetimeFigureOut">
              <a:rPr lang="en-US" smtClean="0"/>
              <a:t>11/23/2022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32299AA-6EB0-4C14-BE1C-21965C8C6F35}" type="slidenum">
              <a:rPr lang="en-US" smtClean="0"/>
              <a:t>‹#›</a:t>
            </a:fld>
            <a:endParaRPr lang="en-US"/>
          </a:p>
        </p:txBody>
      </p:sp>
    </p:spTree>
    <p:extLst>
      <p:ext uri="{BB962C8B-B14F-4D97-AF65-F5344CB8AC3E}">
        <p14:creationId xmlns:p14="http://schemas.microsoft.com/office/powerpoint/2010/main" val="19246722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763C584-8AEF-4A43-8713-A662A829C1CE}" type="datetimeFigureOut">
              <a:rPr lang="en-US" smtClean="0"/>
              <a:t>11/23/2022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32299AA-6EB0-4C14-BE1C-21965C8C6F35}" type="slidenum">
              <a:rPr lang="en-US" smtClean="0"/>
              <a:t>‹#›</a:t>
            </a:fld>
            <a:endParaRPr lang="en-US"/>
          </a:p>
        </p:txBody>
      </p:sp>
    </p:spTree>
    <p:extLst>
      <p:ext uri="{BB962C8B-B14F-4D97-AF65-F5344CB8AC3E}">
        <p14:creationId xmlns:p14="http://schemas.microsoft.com/office/powerpoint/2010/main" val="559594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763C584-8AEF-4A43-8713-A662A829C1CE}" type="datetimeFigureOut">
              <a:rPr lang="en-US" smtClean="0"/>
              <a:t>11/23/2022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32299AA-6EB0-4C14-BE1C-21965C8C6F35}" type="slidenum">
              <a:rPr lang="en-US" smtClean="0"/>
              <a:t>‹#›</a:t>
            </a:fld>
            <a:endParaRPr lang="en-US"/>
          </a:p>
        </p:txBody>
      </p:sp>
    </p:spTree>
    <p:extLst>
      <p:ext uri="{BB962C8B-B14F-4D97-AF65-F5344CB8AC3E}">
        <p14:creationId xmlns:p14="http://schemas.microsoft.com/office/powerpoint/2010/main" val="37364485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763C584-8AEF-4A43-8713-A662A829C1CE}" type="datetimeFigureOut">
              <a:rPr lang="en-US" smtClean="0"/>
              <a:t>11/23/2022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32299AA-6EB0-4C14-BE1C-21965C8C6F35}" type="slidenum">
              <a:rPr lang="en-US" smtClean="0"/>
              <a:t>‹#›</a:t>
            </a:fld>
            <a:endParaRPr lang="en-US"/>
          </a:p>
        </p:txBody>
      </p:sp>
    </p:spTree>
    <p:extLst>
      <p:ext uri="{BB962C8B-B14F-4D97-AF65-F5344CB8AC3E}">
        <p14:creationId xmlns:p14="http://schemas.microsoft.com/office/powerpoint/2010/main" val="3960012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763C584-8AEF-4A43-8713-A662A829C1CE}" type="datetimeFigureOut">
              <a:rPr lang="en-US" smtClean="0"/>
              <a:t>11/23/2022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32299AA-6EB0-4C14-BE1C-21965C8C6F35}" type="slidenum">
              <a:rPr lang="en-US" smtClean="0"/>
              <a:t>‹#›</a:t>
            </a:fld>
            <a:endParaRPr lang="en-US"/>
          </a:p>
        </p:txBody>
      </p:sp>
    </p:spTree>
    <p:extLst>
      <p:ext uri="{BB962C8B-B14F-4D97-AF65-F5344CB8AC3E}">
        <p14:creationId xmlns:p14="http://schemas.microsoft.com/office/powerpoint/2010/main" val="1789438196"/>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Data Science and You</a:t>
            </a:r>
          </a:p>
        </p:txBody>
      </p:sp>
      <p:sp>
        <p:nvSpPr>
          <p:cNvPr id="3" name="Subtitle 2"/>
          <p:cNvSpPr>
            <a:spLocks noGrp="1"/>
          </p:cNvSpPr>
          <p:nvPr>
            <p:ph type="subTitle" idx="1"/>
          </p:nvPr>
        </p:nvSpPr>
        <p:spPr/>
        <p:txBody>
          <a:bodyPr/>
          <a:lstStyle/>
          <a:p>
            <a:r>
              <a:rPr lang="en-US" dirty="0"/>
              <a:t>WKSP 722 Module 1, Lesson 1</a:t>
            </a:r>
          </a:p>
        </p:txBody>
      </p:sp>
    </p:spTree>
    <p:extLst>
      <p:ext uri="{BB962C8B-B14F-4D97-AF65-F5344CB8AC3E}">
        <p14:creationId xmlns:p14="http://schemas.microsoft.com/office/powerpoint/2010/main" val="4792578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Driven Missions</a:t>
            </a:r>
          </a:p>
        </p:txBody>
      </p:sp>
      <p:sp>
        <p:nvSpPr>
          <p:cNvPr id="3" name="Content Placeholder 2"/>
          <p:cNvSpPr>
            <a:spLocks noGrp="1"/>
          </p:cNvSpPr>
          <p:nvPr>
            <p:ph idx="1"/>
          </p:nvPr>
        </p:nvSpPr>
        <p:spPr>
          <a:xfrm>
            <a:off x="954156" y="4664074"/>
            <a:ext cx="10515600" cy="549964"/>
          </a:xfrm>
        </p:spPr>
        <p:txBody>
          <a:bodyPr>
            <a:normAutofit/>
          </a:bodyPr>
          <a:lstStyle/>
          <a:p>
            <a:pPr marL="0" indent="0">
              <a:buNone/>
            </a:pPr>
            <a:r>
              <a:rPr lang="en-US" sz="3200" dirty="0"/>
              <a:t>… And many more!</a:t>
            </a:r>
          </a:p>
        </p:txBody>
      </p:sp>
      <p:graphicFrame>
        <p:nvGraphicFramePr>
          <p:cNvPr id="4" name="Table 3"/>
          <p:cNvGraphicFramePr>
            <a:graphicFrameLocks noGrp="1"/>
          </p:cNvGraphicFramePr>
          <p:nvPr>
            <p:extLst>
              <p:ext uri="{D42A27DB-BD31-4B8C-83A1-F6EECF244321}">
                <p14:modId xmlns:p14="http://schemas.microsoft.com/office/powerpoint/2010/main" val="4253068102"/>
              </p:ext>
            </p:extLst>
          </p:nvPr>
        </p:nvGraphicFramePr>
        <p:xfrm>
          <a:off x="1272208" y="1537251"/>
          <a:ext cx="9647583" cy="2769705"/>
        </p:xfrm>
        <a:graphic>
          <a:graphicData uri="http://schemas.openxmlformats.org/drawingml/2006/table">
            <a:tbl>
              <a:tblPr firstRow="1" bandRow="1">
                <a:tableStyleId>{5940675A-B579-460E-94D1-54222C63F5DA}</a:tableStyleId>
              </a:tblPr>
              <a:tblGrid>
                <a:gridCol w="3215861">
                  <a:extLst>
                    <a:ext uri="{9D8B030D-6E8A-4147-A177-3AD203B41FA5}">
                      <a16:colId xmlns:a16="http://schemas.microsoft.com/office/drawing/2014/main" val="629097888"/>
                    </a:ext>
                  </a:extLst>
                </a:gridCol>
                <a:gridCol w="3215861">
                  <a:extLst>
                    <a:ext uri="{9D8B030D-6E8A-4147-A177-3AD203B41FA5}">
                      <a16:colId xmlns:a16="http://schemas.microsoft.com/office/drawing/2014/main" val="136464931"/>
                    </a:ext>
                  </a:extLst>
                </a:gridCol>
                <a:gridCol w="3215861">
                  <a:extLst>
                    <a:ext uri="{9D8B030D-6E8A-4147-A177-3AD203B41FA5}">
                      <a16:colId xmlns:a16="http://schemas.microsoft.com/office/drawing/2014/main" val="682999890"/>
                    </a:ext>
                  </a:extLst>
                </a:gridCol>
              </a:tblGrid>
              <a:tr h="923235">
                <a:tc>
                  <a:txBody>
                    <a:bodyPr/>
                    <a:lstStyle/>
                    <a:p>
                      <a:pPr algn="ctr"/>
                      <a:r>
                        <a:rPr lang="en-US" sz="3200" dirty="0"/>
                        <a:t>Aircraft Telemetry</a:t>
                      </a:r>
                    </a:p>
                  </a:txBody>
                  <a:tcPr anchor="ctr"/>
                </a:tc>
                <a:tc>
                  <a:txBody>
                    <a:bodyPr/>
                    <a:lstStyle/>
                    <a:p>
                      <a:pPr algn="ctr"/>
                      <a:r>
                        <a:rPr lang="en-US" sz="3200" dirty="0"/>
                        <a:t>Intelligence</a:t>
                      </a:r>
                    </a:p>
                  </a:txBody>
                  <a:tcPr anchor="ctr"/>
                </a:tc>
                <a:tc>
                  <a:txBody>
                    <a:bodyPr/>
                    <a:lstStyle/>
                    <a:p>
                      <a:pPr algn="ctr"/>
                      <a:r>
                        <a:rPr lang="en-US" sz="3200" dirty="0"/>
                        <a:t>Finance</a:t>
                      </a:r>
                    </a:p>
                  </a:txBody>
                  <a:tcPr anchor="ctr"/>
                </a:tc>
                <a:extLst>
                  <a:ext uri="{0D108BD9-81ED-4DB2-BD59-A6C34878D82A}">
                    <a16:rowId xmlns:a16="http://schemas.microsoft.com/office/drawing/2014/main" val="867467703"/>
                  </a:ext>
                </a:extLst>
              </a:tr>
              <a:tr h="923235">
                <a:tc>
                  <a:txBody>
                    <a:bodyPr/>
                    <a:lstStyle/>
                    <a:p>
                      <a:pPr algn="ctr"/>
                      <a:r>
                        <a:rPr lang="en-US" sz="3200" dirty="0"/>
                        <a:t>Training Records</a:t>
                      </a:r>
                    </a:p>
                  </a:txBody>
                  <a:tcPr anchor="ctr"/>
                </a:tc>
                <a:tc>
                  <a:txBody>
                    <a:bodyPr/>
                    <a:lstStyle/>
                    <a:p>
                      <a:pPr algn="ctr"/>
                      <a:r>
                        <a:rPr lang="en-US" sz="3200" dirty="0"/>
                        <a:t>Maintenance</a:t>
                      </a:r>
                    </a:p>
                  </a:txBody>
                  <a:tcPr anchor="ctr"/>
                </a:tc>
                <a:tc>
                  <a:txBody>
                    <a:bodyPr/>
                    <a:lstStyle/>
                    <a:p>
                      <a:pPr algn="ctr"/>
                      <a:r>
                        <a:rPr lang="en-US" sz="3200" dirty="0"/>
                        <a:t>Contracting</a:t>
                      </a:r>
                    </a:p>
                  </a:txBody>
                  <a:tcPr anchor="ctr"/>
                </a:tc>
                <a:extLst>
                  <a:ext uri="{0D108BD9-81ED-4DB2-BD59-A6C34878D82A}">
                    <a16:rowId xmlns:a16="http://schemas.microsoft.com/office/drawing/2014/main" val="1669036749"/>
                  </a:ext>
                </a:extLst>
              </a:tr>
              <a:tr h="923235">
                <a:tc>
                  <a:txBody>
                    <a:bodyPr/>
                    <a:lstStyle/>
                    <a:p>
                      <a:pPr algn="ctr"/>
                      <a:r>
                        <a:rPr lang="en-US" sz="3200" dirty="0"/>
                        <a:t>Test</a:t>
                      </a:r>
                    </a:p>
                  </a:txBody>
                  <a:tcPr anchor="ctr"/>
                </a:tc>
                <a:tc>
                  <a:txBody>
                    <a:bodyPr/>
                    <a:lstStyle/>
                    <a:p>
                      <a:pPr algn="ctr"/>
                      <a:r>
                        <a:rPr lang="en-US" sz="3200" dirty="0"/>
                        <a:t>Logistics</a:t>
                      </a:r>
                    </a:p>
                  </a:txBody>
                  <a:tcPr anchor="ctr"/>
                </a:tc>
                <a:tc>
                  <a:txBody>
                    <a:bodyPr/>
                    <a:lstStyle/>
                    <a:p>
                      <a:pPr algn="ctr"/>
                      <a:r>
                        <a:rPr lang="en-US" sz="3200" dirty="0"/>
                        <a:t>Manning</a:t>
                      </a:r>
                    </a:p>
                  </a:txBody>
                  <a:tcPr anchor="ctr"/>
                </a:tc>
                <a:extLst>
                  <a:ext uri="{0D108BD9-81ED-4DB2-BD59-A6C34878D82A}">
                    <a16:rowId xmlns:a16="http://schemas.microsoft.com/office/drawing/2014/main" val="1397517252"/>
                  </a:ext>
                </a:extLst>
              </a:tr>
            </a:tbl>
          </a:graphicData>
        </a:graphic>
      </p:graphicFrame>
    </p:spTree>
    <p:extLst>
      <p:ext uri="{BB962C8B-B14F-4D97-AF65-F5344CB8AC3E}">
        <p14:creationId xmlns:p14="http://schemas.microsoft.com/office/powerpoint/2010/main" val="36110864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5DB3719-6FDC-4E5D-891D-FF40B7300F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365125"/>
            <a:ext cx="10515600" cy="1325563"/>
          </a:xfrm>
        </p:spPr>
        <p:txBody>
          <a:bodyPr>
            <a:normAutofit/>
          </a:bodyPr>
          <a:lstStyle/>
          <a:p>
            <a:r>
              <a:rPr lang="en-US" sz="5400"/>
              <a:t>Purpose</a:t>
            </a:r>
          </a:p>
        </p:txBody>
      </p:sp>
      <p:sp>
        <p:nvSpPr>
          <p:cNvPr id="11" name="sketch line">
            <a:extLst>
              <a:ext uri="{FF2B5EF4-FFF2-40B4-BE49-F238E27FC236}">
                <a16:creationId xmlns:a16="http://schemas.microsoft.com/office/drawing/2014/main" id="{E0CBAC23-2E3F-4A90-BA59-F8299F6A5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1865313"/>
            <a:ext cx="10424160" cy="18288"/>
          </a:xfrm>
          <a:custGeom>
            <a:avLst/>
            <a:gdLst>
              <a:gd name="connsiteX0" fmla="*/ 0 w 10424160"/>
              <a:gd name="connsiteY0" fmla="*/ 0 h 18288"/>
              <a:gd name="connsiteX1" fmla="*/ 903427 w 10424160"/>
              <a:gd name="connsiteY1" fmla="*/ 0 h 18288"/>
              <a:gd name="connsiteX2" fmla="*/ 1389888 w 10424160"/>
              <a:gd name="connsiteY2" fmla="*/ 0 h 18288"/>
              <a:gd name="connsiteX3" fmla="*/ 2189074 w 10424160"/>
              <a:gd name="connsiteY3" fmla="*/ 0 h 18288"/>
              <a:gd name="connsiteX4" fmla="*/ 2675534 w 10424160"/>
              <a:gd name="connsiteY4" fmla="*/ 0 h 18288"/>
              <a:gd name="connsiteX5" fmla="*/ 3370478 w 10424160"/>
              <a:gd name="connsiteY5" fmla="*/ 0 h 18288"/>
              <a:gd name="connsiteX6" fmla="*/ 4169664 w 10424160"/>
              <a:gd name="connsiteY6" fmla="*/ 0 h 18288"/>
              <a:gd name="connsiteX7" fmla="*/ 4551883 w 10424160"/>
              <a:gd name="connsiteY7" fmla="*/ 0 h 18288"/>
              <a:gd name="connsiteX8" fmla="*/ 4934102 w 10424160"/>
              <a:gd name="connsiteY8" fmla="*/ 0 h 18288"/>
              <a:gd name="connsiteX9" fmla="*/ 5837530 w 10424160"/>
              <a:gd name="connsiteY9" fmla="*/ 0 h 18288"/>
              <a:gd name="connsiteX10" fmla="*/ 6532474 w 10424160"/>
              <a:gd name="connsiteY10" fmla="*/ 0 h 18288"/>
              <a:gd name="connsiteX11" fmla="*/ 6914693 w 10424160"/>
              <a:gd name="connsiteY11" fmla="*/ 0 h 18288"/>
              <a:gd name="connsiteX12" fmla="*/ 7609637 w 10424160"/>
              <a:gd name="connsiteY12" fmla="*/ 0 h 18288"/>
              <a:gd name="connsiteX13" fmla="*/ 8513064 w 10424160"/>
              <a:gd name="connsiteY13" fmla="*/ 0 h 18288"/>
              <a:gd name="connsiteX14" fmla="*/ 9103766 w 10424160"/>
              <a:gd name="connsiteY14" fmla="*/ 0 h 18288"/>
              <a:gd name="connsiteX15" fmla="*/ 9694469 w 10424160"/>
              <a:gd name="connsiteY15" fmla="*/ 0 h 18288"/>
              <a:gd name="connsiteX16" fmla="*/ 10424160 w 10424160"/>
              <a:gd name="connsiteY16" fmla="*/ 0 h 18288"/>
              <a:gd name="connsiteX17" fmla="*/ 10424160 w 10424160"/>
              <a:gd name="connsiteY17" fmla="*/ 18288 h 18288"/>
              <a:gd name="connsiteX18" fmla="*/ 9729216 w 10424160"/>
              <a:gd name="connsiteY18" fmla="*/ 18288 h 18288"/>
              <a:gd name="connsiteX19" fmla="*/ 8930030 w 10424160"/>
              <a:gd name="connsiteY19" fmla="*/ 18288 h 18288"/>
              <a:gd name="connsiteX20" fmla="*/ 8130845 w 10424160"/>
              <a:gd name="connsiteY20" fmla="*/ 18288 h 18288"/>
              <a:gd name="connsiteX21" fmla="*/ 7644384 w 10424160"/>
              <a:gd name="connsiteY21" fmla="*/ 18288 h 18288"/>
              <a:gd name="connsiteX22" fmla="*/ 6740957 w 10424160"/>
              <a:gd name="connsiteY22" fmla="*/ 18288 h 18288"/>
              <a:gd name="connsiteX23" fmla="*/ 6046013 w 10424160"/>
              <a:gd name="connsiteY23" fmla="*/ 18288 h 18288"/>
              <a:gd name="connsiteX24" fmla="*/ 5663794 w 10424160"/>
              <a:gd name="connsiteY24" fmla="*/ 18288 h 18288"/>
              <a:gd name="connsiteX25" fmla="*/ 4968850 w 10424160"/>
              <a:gd name="connsiteY25" fmla="*/ 18288 h 18288"/>
              <a:gd name="connsiteX26" fmla="*/ 4378147 w 10424160"/>
              <a:gd name="connsiteY26" fmla="*/ 18288 h 18288"/>
              <a:gd name="connsiteX27" fmla="*/ 3787445 w 10424160"/>
              <a:gd name="connsiteY27" fmla="*/ 18288 h 18288"/>
              <a:gd name="connsiteX28" fmla="*/ 3196742 w 10424160"/>
              <a:gd name="connsiteY28" fmla="*/ 18288 h 18288"/>
              <a:gd name="connsiteX29" fmla="*/ 2606040 w 10424160"/>
              <a:gd name="connsiteY29" fmla="*/ 18288 h 18288"/>
              <a:gd name="connsiteX30" fmla="*/ 1806854 w 10424160"/>
              <a:gd name="connsiteY30" fmla="*/ 18288 h 18288"/>
              <a:gd name="connsiteX31" fmla="*/ 1111910 w 10424160"/>
              <a:gd name="connsiteY31" fmla="*/ 18288 h 18288"/>
              <a:gd name="connsiteX32" fmla="*/ 729691 w 10424160"/>
              <a:gd name="connsiteY32" fmla="*/ 18288 h 18288"/>
              <a:gd name="connsiteX33" fmla="*/ 0 w 10424160"/>
              <a:gd name="connsiteY33" fmla="*/ 18288 h 18288"/>
              <a:gd name="connsiteX34" fmla="*/ 0 w 10424160"/>
              <a:gd name="connsiteY34"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4160" h="18288" fill="none" extrusionOk="0">
                <a:moveTo>
                  <a:pt x="0" y="0"/>
                </a:moveTo>
                <a:cubicBezTo>
                  <a:pt x="251416" y="-3874"/>
                  <a:pt x="479411" y="-20508"/>
                  <a:pt x="903427" y="0"/>
                </a:cubicBezTo>
                <a:cubicBezTo>
                  <a:pt x="1327443" y="20508"/>
                  <a:pt x="1177990" y="-7387"/>
                  <a:pt x="1389888" y="0"/>
                </a:cubicBezTo>
                <a:cubicBezTo>
                  <a:pt x="1601786" y="7387"/>
                  <a:pt x="1928602" y="-6697"/>
                  <a:pt x="2189074" y="0"/>
                </a:cubicBezTo>
                <a:cubicBezTo>
                  <a:pt x="2449546" y="6697"/>
                  <a:pt x="2440085" y="-21144"/>
                  <a:pt x="2675534" y="0"/>
                </a:cubicBezTo>
                <a:cubicBezTo>
                  <a:pt x="2910983" y="21144"/>
                  <a:pt x="3026158" y="-11124"/>
                  <a:pt x="3370478" y="0"/>
                </a:cubicBezTo>
                <a:cubicBezTo>
                  <a:pt x="3714798" y="11124"/>
                  <a:pt x="3864539" y="-10660"/>
                  <a:pt x="4169664" y="0"/>
                </a:cubicBezTo>
                <a:cubicBezTo>
                  <a:pt x="4474789" y="10660"/>
                  <a:pt x="4471218" y="16488"/>
                  <a:pt x="4551883" y="0"/>
                </a:cubicBezTo>
                <a:cubicBezTo>
                  <a:pt x="4632548" y="-16488"/>
                  <a:pt x="4786830" y="7986"/>
                  <a:pt x="4934102" y="0"/>
                </a:cubicBezTo>
                <a:cubicBezTo>
                  <a:pt x="5081374" y="-7986"/>
                  <a:pt x="5575881" y="-33003"/>
                  <a:pt x="5837530" y="0"/>
                </a:cubicBezTo>
                <a:cubicBezTo>
                  <a:pt x="6099179" y="33003"/>
                  <a:pt x="6305895" y="14170"/>
                  <a:pt x="6532474" y="0"/>
                </a:cubicBezTo>
                <a:cubicBezTo>
                  <a:pt x="6759053" y="-14170"/>
                  <a:pt x="6726707" y="16121"/>
                  <a:pt x="6914693" y="0"/>
                </a:cubicBezTo>
                <a:cubicBezTo>
                  <a:pt x="7102679" y="-16121"/>
                  <a:pt x="7397857" y="32594"/>
                  <a:pt x="7609637" y="0"/>
                </a:cubicBezTo>
                <a:cubicBezTo>
                  <a:pt x="7821417" y="-32594"/>
                  <a:pt x="8141235" y="-3745"/>
                  <a:pt x="8513064" y="0"/>
                </a:cubicBezTo>
                <a:cubicBezTo>
                  <a:pt x="8884893" y="3745"/>
                  <a:pt x="8877548" y="3359"/>
                  <a:pt x="9103766" y="0"/>
                </a:cubicBezTo>
                <a:cubicBezTo>
                  <a:pt x="9329984" y="-3359"/>
                  <a:pt x="9545570" y="-17843"/>
                  <a:pt x="9694469" y="0"/>
                </a:cubicBezTo>
                <a:cubicBezTo>
                  <a:pt x="9843368" y="17843"/>
                  <a:pt x="10162477" y="-1217"/>
                  <a:pt x="10424160" y="0"/>
                </a:cubicBezTo>
                <a:cubicBezTo>
                  <a:pt x="10424498" y="7640"/>
                  <a:pt x="10423710" y="11289"/>
                  <a:pt x="10424160" y="18288"/>
                </a:cubicBezTo>
                <a:cubicBezTo>
                  <a:pt x="10184680" y="20716"/>
                  <a:pt x="10034768" y="-9357"/>
                  <a:pt x="9729216" y="18288"/>
                </a:cubicBezTo>
                <a:cubicBezTo>
                  <a:pt x="9423664" y="45933"/>
                  <a:pt x="9309220" y="36372"/>
                  <a:pt x="8930030" y="18288"/>
                </a:cubicBezTo>
                <a:cubicBezTo>
                  <a:pt x="8550840" y="204"/>
                  <a:pt x="8513376" y="34707"/>
                  <a:pt x="8130845" y="18288"/>
                </a:cubicBezTo>
                <a:cubicBezTo>
                  <a:pt x="7748315" y="1869"/>
                  <a:pt x="7864674" y="19659"/>
                  <a:pt x="7644384" y="18288"/>
                </a:cubicBezTo>
                <a:cubicBezTo>
                  <a:pt x="7424094" y="16917"/>
                  <a:pt x="6947001" y="55680"/>
                  <a:pt x="6740957" y="18288"/>
                </a:cubicBezTo>
                <a:cubicBezTo>
                  <a:pt x="6534913" y="-19104"/>
                  <a:pt x="6313809" y="33391"/>
                  <a:pt x="6046013" y="18288"/>
                </a:cubicBezTo>
                <a:cubicBezTo>
                  <a:pt x="5778217" y="3185"/>
                  <a:pt x="5786775" y="1439"/>
                  <a:pt x="5663794" y="18288"/>
                </a:cubicBezTo>
                <a:cubicBezTo>
                  <a:pt x="5540813" y="35137"/>
                  <a:pt x="5204724" y="25434"/>
                  <a:pt x="4968850" y="18288"/>
                </a:cubicBezTo>
                <a:cubicBezTo>
                  <a:pt x="4732976" y="11142"/>
                  <a:pt x="4559928" y="34568"/>
                  <a:pt x="4378147" y="18288"/>
                </a:cubicBezTo>
                <a:cubicBezTo>
                  <a:pt x="4196366" y="2008"/>
                  <a:pt x="3992200" y="35409"/>
                  <a:pt x="3787445" y="18288"/>
                </a:cubicBezTo>
                <a:cubicBezTo>
                  <a:pt x="3582690" y="1167"/>
                  <a:pt x="3488876" y="-7583"/>
                  <a:pt x="3196742" y="18288"/>
                </a:cubicBezTo>
                <a:cubicBezTo>
                  <a:pt x="2904608" y="44159"/>
                  <a:pt x="2729828" y="45906"/>
                  <a:pt x="2606040" y="18288"/>
                </a:cubicBezTo>
                <a:cubicBezTo>
                  <a:pt x="2482252" y="-9330"/>
                  <a:pt x="2000672" y="-5498"/>
                  <a:pt x="1806854" y="18288"/>
                </a:cubicBezTo>
                <a:cubicBezTo>
                  <a:pt x="1613036" y="42074"/>
                  <a:pt x="1310933" y="-4240"/>
                  <a:pt x="1111910" y="18288"/>
                </a:cubicBezTo>
                <a:cubicBezTo>
                  <a:pt x="912887" y="40816"/>
                  <a:pt x="891560" y="1701"/>
                  <a:pt x="729691" y="18288"/>
                </a:cubicBezTo>
                <a:cubicBezTo>
                  <a:pt x="567822" y="34875"/>
                  <a:pt x="203025" y="34462"/>
                  <a:pt x="0" y="18288"/>
                </a:cubicBezTo>
                <a:cubicBezTo>
                  <a:pt x="-82" y="11708"/>
                  <a:pt x="-178" y="8956"/>
                  <a:pt x="0" y="0"/>
                </a:cubicBezTo>
                <a:close/>
              </a:path>
              <a:path w="10424160" h="18288" stroke="0" extrusionOk="0">
                <a:moveTo>
                  <a:pt x="0" y="0"/>
                </a:moveTo>
                <a:cubicBezTo>
                  <a:pt x="119910" y="17195"/>
                  <a:pt x="345032" y="1652"/>
                  <a:pt x="590702" y="0"/>
                </a:cubicBezTo>
                <a:cubicBezTo>
                  <a:pt x="836372" y="-1652"/>
                  <a:pt x="830717" y="-10944"/>
                  <a:pt x="972922" y="0"/>
                </a:cubicBezTo>
                <a:cubicBezTo>
                  <a:pt x="1115127" y="10944"/>
                  <a:pt x="1638708" y="17269"/>
                  <a:pt x="1876349" y="0"/>
                </a:cubicBezTo>
                <a:cubicBezTo>
                  <a:pt x="2113990" y="-17269"/>
                  <a:pt x="2263529" y="27642"/>
                  <a:pt x="2467051" y="0"/>
                </a:cubicBezTo>
                <a:cubicBezTo>
                  <a:pt x="2670573" y="-27642"/>
                  <a:pt x="2867743" y="-1552"/>
                  <a:pt x="3057754" y="0"/>
                </a:cubicBezTo>
                <a:cubicBezTo>
                  <a:pt x="3247765" y="1552"/>
                  <a:pt x="3729099" y="45169"/>
                  <a:pt x="3961181" y="0"/>
                </a:cubicBezTo>
                <a:cubicBezTo>
                  <a:pt x="4193263" y="-45169"/>
                  <a:pt x="4313735" y="4067"/>
                  <a:pt x="4447642" y="0"/>
                </a:cubicBezTo>
                <a:cubicBezTo>
                  <a:pt x="4581549" y="-4067"/>
                  <a:pt x="5123626" y="11867"/>
                  <a:pt x="5351069" y="0"/>
                </a:cubicBezTo>
                <a:cubicBezTo>
                  <a:pt x="5578512" y="-11867"/>
                  <a:pt x="6044105" y="-19983"/>
                  <a:pt x="6254496" y="0"/>
                </a:cubicBezTo>
                <a:cubicBezTo>
                  <a:pt x="6464887" y="19983"/>
                  <a:pt x="6664731" y="4232"/>
                  <a:pt x="6949440" y="0"/>
                </a:cubicBezTo>
                <a:cubicBezTo>
                  <a:pt x="7234149" y="-4232"/>
                  <a:pt x="7497205" y="28731"/>
                  <a:pt x="7852867" y="0"/>
                </a:cubicBezTo>
                <a:cubicBezTo>
                  <a:pt x="8208529" y="-28731"/>
                  <a:pt x="8287556" y="2616"/>
                  <a:pt x="8443570" y="0"/>
                </a:cubicBezTo>
                <a:cubicBezTo>
                  <a:pt x="8599584" y="-2616"/>
                  <a:pt x="8871283" y="-14113"/>
                  <a:pt x="9034272" y="0"/>
                </a:cubicBezTo>
                <a:cubicBezTo>
                  <a:pt x="9197261" y="14113"/>
                  <a:pt x="9604978" y="-35623"/>
                  <a:pt x="9833458" y="0"/>
                </a:cubicBezTo>
                <a:cubicBezTo>
                  <a:pt x="10061938" y="35623"/>
                  <a:pt x="10231944" y="-8194"/>
                  <a:pt x="10424160" y="0"/>
                </a:cubicBezTo>
                <a:cubicBezTo>
                  <a:pt x="10424285" y="4395"/>
                  <a:pt x="10424085" y="9776"/>
                  <a:pt x="10424160" y="18288"/>
                </a:cubicBezTo>
                <a:cubicBezTo>
                  <a:pt x="10058736" y="-5772"/>
                  <a:pt x="9942989" y="-18764"/>
                  <a:pt x="9624974" y="18288"/>
                </a:cubicBezTo>
                <a:cubicBezTo>
                  <a:pt x="9306959" y="55340"/>
                  <a:pt x="9229263" y="24995"/>
                  <a:pt x="8930030" y="18288"/>
                </a:cubicBezTo>
                <a:cubicBezTo>
                  <a:pt x="8630797" y="11581"/>
                  <a:pt x="8647263" y="10931"/>
                  <a:pt x="8547811" y="18288"/>
                </a:cubicBezTo>
                <a:cubicBezTo>
                  <a:pt x="8448359" y="25645"/>
                  <a:pt x="8173221" y="219"/>
                  <a:pt x="8061350" y="18288"/>
                </a:cubicBezTo>
                <a:cubicBezTo>
                  <a:pt x="7949479" y="36357"/>
                  <a:pt x="7437002" y="17516"/>
                  <a:pt x="7157923" y="18288"/>
                </a:cubicBezTo>
                <a:cubicBezTo>
                  <a:pt x="6878844" y="19060"/>
                  <a:pt x="6610241" y="8864"/>
                  <a:pt x="6462979" y="18288"/>
                </a:cubicBezTo>
                <a:cubicBezTo>
                  <a:pt x="6315717" y="27712"/>
                  <a:pt x="6124879" y="4989"/>
                  <a:pt x="5976518" y="18288"/>
                </a:cubicBezTo>
                <a:cubicBezTo>
                  <a:pt x="5828157" y="31587"/>
                  <a:pt x="5566880" y="7112"/>
                  <a:pt x="5281574" y="18288"/>
                </a:cubicBezTo>
                <a:cubicBezTo>
                  <a:pt x="4996268" y="29464"/>
                  <a:pt x="5085614" y="20493"/>
                  <a:pt x="4899355" y="18288"/>
                </a:cubicBezTo>
                <a:cubicBezTo>
                  <a:pt x="4713096" y="16083"/>
                  <a:pt x="4606138" y="34359"/>
                  <a:pt x="4517136" y="18288"/>
                </a:cubicBezTo>
                <a:cubicBezTo>
                  <a:pt x="4428134" y="2217"/>
                  <a:pt x="4125335" y="52414"/>
                  <a:pt x="3822192" y="18288"/>
                </a:cubicBezTo>
                <a:cubicBezTo>
                  <a:pt x="3519049" y="-15838"/>
                  <a:pt x="3453132" y="3859"/>
                  <a:pt x="3335731" y="18288"/>
                </a:cubicBezTo>
                <a:cubicBezTo>
                  <a:pt x="3218330" y="32717"/>
                  <a:pt x="2718749" y="-13936"/>
                  <a:pt x="2536546" y="18288"/>
                </a:cubicBezTo>
                <a:cubicBezTo>
                  <a:pt x="2354343" y="50512"/>
                  <a:pt x="2190669" y="3238"/>
                  <a:pt x="2050085" y="18288"/>
                </a:cubicBezTo>
                <a:cubicBezTo>
                  <a:pt x="1909501" y="33338"/>
                  <a:pt x="1520975" y="3062"/>
                  <a:pt x="1250899" y="18288"/>
                </a:cubicBezTo>
                <a:cubicBezTo>
                  <a:pt x="980823" y="33514"/>
                  <a:pt x="992936" y="28036"/>
                  <a:pt x="868680" y="18288"/>
                </a:cubicBezTo>
                <a:cubicBezTo>
                  <a:pt x="744424" y="8540"/>
                  <a:pt x="230364" y="33365"/>
                  <a:pt x="0" y="18288"/>
                </a:cubicBezTo>
                <a:cubicBezTo>
                  <a:pt x="-504" y="12101"/>
                  <a:pt x="-591" y="771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60C4DB18-BA8A-AB44-0404-942E85322D82}"/>
              </a:ext>
            </a:extLst>
          </p:cNvPr>
          <p:cNvGraphicFramePr>
            <a:graphicFrameLocks noGrp="1"/>
          </p:cNvGraphicFramePr>
          <p:nvPr>
            <p:ph idx="1"/>
            <p:extLst>
              <p:ext uri="{D42A27DB-BD31-4B8C-83A1-F6EECF244321}">
                <p14:modId xmlns:p14="http://schemas.microsoft.com/office/powerpoint/2010/main" val="3668677588"/>
              </p:ext>
            </p:extLst>
          </p:nvPr>
        </p:nvGraphicFramePr>
        <p:xfrm>
          <a:off x="838200" y="2228087"/>
          <a:ext cx="10515600" cy="394887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295606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298961" y="3167270"/>
            <a:ext cx="3156758" cy="914400"/>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US" sz="3200" dirty="0"/>
              <a:t>Data Scientist</a:t>
            </a:r>
          </a:p>
        </p:txBody>
      </p:sp>
      <p:sp>
        <p:nvSpPr>
          <p:cNvPr id="5" name="Down Arrow 4"/>
          <p:cNvSpPr/>
          <p:nvPr/>
        </p:nvSpPr>
        <p:spPr>
          <a:xfrm>
            <a:off x="5635024" y="1932134"/>
            <a:ext cx="484632" cy="97840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rot="16200000">
            <a:off x="488961" y="3167270"/>
            <a:ext cx="3156758"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Peers / Specialists</a:t>
            </a:r>
          </a:p>
        </p:txBody>
      </p:sp>
      <p:sp>
        <p:nvSpPr>
          <p:cNvPr id="7" name="Rectangle 6"/>
          <p:cNvSpPr/>
          <p:nvPr/>
        </p:nvSpPr>
        <p:spPr>
          <a:xfrm>
            <a:off x="4298961" y="761007"/>
            <a:ext cx="3156758"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Stakeholder</a:t>
            </a:r>
          </a:p>
        </p:txBody>
      </p:sp>
      <p:sp>
        <p:nvSpPr>
          <p:cNvPr id="8" name="Right Arrow 7"/>
          <p:cNvSpPr/>
          <p:nvPr/>
        </p:nvSpPr>
        <p:spPr>
          <a:xfrm>
            <a:off x="2922547" y="3382154"/>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rot="5400000">
            <a:off x="8108960" y="3183371"/>
            <a:ext cx="3156758"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Training,  Resources</a:t>
            </a:r>
          </a:p>
        </p:txBody>
      </p:sp>
      <p:sp>
        <p:nvSpPr>
          <p:cNvPr id="10" name="Right Arrow 9"/>
          <p:cNvSpPr/>
          <p:nvPr/>
        </p:nvSpPr>
        <p:spPr>
          <a:xfrm rot="10800000">
            <a:off x="7853725" y="3382153"/>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4298961" y="5573533"/>
            <a:ext cx="3156758"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Domain SME</a:t>
            </a:r>
          </a:p>
        </p:txBody>
      </p:sp>
      <p:sp>
        <p:nvSpPr>
          <p:cNvPr id="12" name="Down Arrow 11"/>
          <p:cNvSpPr/>
          <p:nvPr/>
        </p:nvSpPr>
        <p:spPr>
          <a:xfrm rot="10800000">
            <a:off x="5635024" y="4338397"/>
            <a:ext cx="484632" cy="97840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344434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8">
            <a:extLst>
              <a:ext uri="{FF2B5EF4-FFF2-40B4-BE49-F238E27FC236}">
                <a16:creationId xmlns:a16="http://schemas.microsoft.com/office/drawing/2014/main" id="{35DB3719-6FDC-4E5D-891D-FF40B7300F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E8006A1-6E4A-A3E4-5E88-BB698C49134C}"/>
              </a:ext>
            </a:extLst>
          </p:cNvPr>
          <p:cNvSpPr>
            <a:spLocks noGrp="1"/>
          </p:cNvSpPr>
          <p:nvPr>
            <p:ph type="title"/>
          </p:nvPr>
        </p:nvSpPr>
        <p:spPr>
          <a:xfrm>
            <a:off x="838200" y="365125"/>
            <a:ext cx="10515600" cy="1325563"/>
          </a:xfrm>
        </p:spPr>
        <p:txBody>
          <a:bodyPr>
            <a:normAutofit/>
          </a:bodyPr>
          <a:lstStyle/>
          <a:p>
            <a:r>
              <a:rPr lang="en-US" sz="5400" dirty="0">
                <a:ea typeface="Calibri Light"/>
                <a:cs typeface="Calibri Light"/>
              </a:rPr>
              <a:t>Data Scientist Support</a:t>
            </a:r>
            <a:endParaRPr lang="en-US" sz="5400" dirty="0"/>
          </a:p>
        </p:txBody>
      </p:sp>
      <p:sp>
        <p:nvSpPr>
          <p:cNvPr id="8" name="sketch line">
            <a:extLst>
              <a:ext uri="{FF2B5EF4-FFF2-40B4-BE49-F238E27FC236}">
                <a16:creationId xmlns:a16="http://schemas.microsoft.com/office/drawing/2014/main" id="{E0CBAC23-2E3F-4A90-BA59-F8299F6A5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1865313"/>
            <a:ext cx="10424160" cy="18288"/>
          </a:xfrm>
          <a:custGeom>
            <a:avLst/>
            <a:gdLst>
              <a:gd name="connsiteX0" fmla="*/ 0 w 10424160"/>
              <a:gd name="connsiteY0" fmla="*/ 0 h 18288"/>
              <a:gd name="connsiteX1" fmla="*/ 903427 w 10424160"/>
              <a:gd name="connsiteY1" fmla="*/ 0 h 18288"/>
              <a:gd name="connsiteX2" fmla="*/ 1389888 w 10424160"/>
              <a:gd name="connsiteY2" fmla="*/ 0 h 18288"/>
              <a:gd name="connsiteX3" fmla="*/ 2189074 w 10424160"/>
              <a:gd name="connsiteY3" fmla="*/ 0 h 18288"/>
              <a:gd name="connsiteX4" fmla="*/ 2675534 w 10424160"/>
              <a:gd name="connsiteY4" fmla="*/ 0 h 18288"/>
              <a:gd name="connsiteX5" fmla="*/ 3370478 w 10424160"/>
              <a:gd name="connsiteY5" fmla="*/ 0 h 18288"/>
              <a:gd name="connsiteX6" fmla="*/ 4169664 w 10424160"/>
              <a:gd name="connsiteY6" fmla="*/ 0 h 18288"/>
              <a:gd name="connsiteX7" fmla="*/ 4551883 w 10424160"/>
              <a:gd name="connsiteY7" fmla="*/ 0 h 18288"/>
              <a:gd name="connsiteX8" fmla="*/ 4934102 w 10424160"/>
              <a:gd name="connsiteY8" fmla="*/ 0 h 18288"/>
              <a:gd name="connsiteX9" fmla="*/ 5837530 w 10424160"/>
              <a:gd name="connsiteY9" fmla="*/ 0 h 18288"/>
              <a:gd name="connsiteX10" fmla="*/ 6532474 w 10424160"/>
              <a:gd name="connsiteY10" fmla="*/ 0 h 18288"/>
              <a:gd name="connsiteX11" fmla="*/ 6914693 w 10424160"/>
              <a:gd name="connsiteY11" fmla="*/ 0 h 18288"/>
              <a:gd name="connsiteX12" fmla="*/ 7609637 w 10424160"/>
              <a:gd name="connsiteY12" fmla="*/ 0 h 18288"/>
              <a:gd name="connsiteX13" fmla="*/ 8513064 w 10424160"/>
              <a:gd name="connsiteY13" fmla="*/ 0 h 18288"/>
              <a:gd name="connsiteX14" fmla="*/ 9103766 w 10424160"/>
              <a:gd name="connsiteY14" fmla="*/ 0 h 18288"/>
              <a:gd name="connsiteX15" fmla="*/ 9694469 w 10424160"/>
              <a:gd name="connsiteY15" fmla="*/ 0 h 18288"/>
              <a:gd name="connsiteX16" fmla="*/ 10424160 w 10424160"/>
              <a:gd name="connsiteY16" fmla="*/ 0 h 18288"/>
              <a:gd name="connsiteX17" fmla="*/ 10424160 w 10424160"/>
              <a:gd name="connsiteY17" fmla="*/ 18288 h 18288"/>
              <a:gd name="connsiteX18" fmla="*/ 9729216 w 10424160"/>
              <a:gd name="connsiteY18" fmla="*/ 18288 h 18288"/>
              <a:gd name="connsiteX19" fmla="*/ 8930030 w 10424160"/>
              <a:gd name="connsiteY19" fmla="*/ 18288 h 18288"/>
              <a:gd name="connsiteX20" fmla="*/ 8130845 w 10424160"/>
              <a:gd name="connsiteY20" fmla="*/ 18288 h 18288"/>
              <a:gd name="connsiteX21" fmla="*/ 7644384 w 10424160"/>
              <a:gd name="connsiteY21" fmla="*/ 18288 h 18288"/>
              <a:gd name="connsiteX22" fmla="*/ 6740957 w 10424160"/>
              <a:gd name="connsiteY22" fmla="*/ 18288 h 18288"/>
              <a:gd name="connsiteX23" fmla="*/ 6046013 w 10424160"/>
              <a:gd name="connsiteY23" fmla="*/ 18288 h 18288"/>
              <a:gd name="connsiteX24" fmla="*/ 5663794 w 10424160"/>
              <a:gd name="connsiteY24" fmla="*/ 18288 h 18288"/>
              <a:gd name="connsiteX25" fmla="*/ 4968850 w 10424160"/>
              <a:gd name="connsiteY25" fmla="*/ 18288 h 18288"/>
              <a:gd name="connsiteX26" fmla="*/ 4378147 w 10424160"/>
              <a:gd name="connsiteY26" fmla="*/ 18288 h 18288"/>
              <a:gd name="connsiteX27" fmla="*/ 3787445 w 10424160"/>
              <a:gd name="connsiteY27" fmla="*/ 18288 h 18288"/>
              <a:gd name="connsiteX28" fmla="*/ 3196742 w 10424160"/>
              <a:gd name="connsiteY28" fmla="*/ 18288 h 18288"/>
              <a:gd name="connsiteX29" fmla="*/ 2606040 w 10424160"/>
              <a:gd name="connsiteY29" fmla="*/ 18288 h 18288"/>
              <a:gd name="connsiteX30" fmla="*/ 1806854 w 10424160"/>
              <a:gd name="connsiteY30" fmla="*/ 18288 h 18288"/>
              <a:gd name="connsiteX31" fmla="*/ 1111910 w 10424160"/>
              <a:gd name="connsiteY31" fmla="*/ 18288 h 18288"/>
              <a:gd name="connsiteX32" fmla="*/ 729691 w 10424160"/>
              <a:gd name="connsiteY32" fmla="*/ 18288 h 18288"/>
              <a:gd name="connsiteX33" fmla="*/ 0 w 10424160"/>
              <a:gd name="connsiteY33" fmla="*/ 18288 h 18288"/>
              <a:gd name="connsiteX34" fmla="*/ 0 w 10424160"/>
              <a:gd name="connsiteY34"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4160" h="18288" fill="none" extrusionOk="0">
                <a:moveTo>
                  <a:pt x="0" y="0"/>
                </a:moveTo>
                <a:cubicBezTo>
                  <a:pt x="251416" y="-3874"/>
                  <a:pt x="479411" y="-20508"/>
                  <a:pt x="903427" y="0"/>
                </a:cubicBezTo>
                <a:cubicBezTo>
                  <a:pt x="1327443" y="20508"/>
                  <a:pt x="1177990" y="-7387"/>
                  <a:pt x="1389888" y="0"/>
                </a:cubicBezTo>
                <a:cubicBezTo>
                  <a:pt x="1601786" y="7387"/>
                  <a:pt x="1928602" y="-6697"/>
                  <a:pt x="2189074" y="0"/>
                </a:cubicBezTo>
                <a:cubicBezTo>
                  <a:pt x="2449546" y="6697"/>
                  <a:pt x="2440085" y="-21144"/>
                  <a:pt x="2675534" y="0"/>
                </a:cubicBezTo>
                <a:cubicBezTo>
                  <a:pt x="2910983" y="21144"/>
                  <a:pt x="3026158" y="-11124"/>
                  <a:pt x="3370478" y="0"/>
                </a:cubicBezTo>
                <a:cubicBezTo>
                  <a:pt x="3714798" y="11124"/>
                  <a:pt x="3864539" y="-10660"/>
                  <a:pt x="4169664" y="0"/>
                </a:cubicBezTo>
                <a:cubicBezTo>
                  <a:pt x="4474789" y="10660"/>
                  <a:pt x="4471218" y="16488"/>
                  <a:pt x="4551883" y="0"/>
                </a:cubicBezTo>
                <a:cubicBezTo>
                  <a:pt x="4632548" y="-16488"/>
                  <a:pt x="4786830" y="7986"/>
                  <a:pt x="4934102" y="0"/>
                </a:cubicBezTo>
                <a:cubicBezTo>
                  <a:pt x="5081374" y="-7986"/>
                  <a:pt x="5575881" y="-33003"/>
                  <a:pt x="5837530" y="0"/>
                </a:cubicBezTo>
                <a:cubicBezTo>
                  <a:pt x="6099179" y="33003"/>
                  <a:pt x="6305895" y="14170"/>
                  <a:pt x="6532474" y="0"/>
                </a:cubicBezTo>
                <a:cubicBezTo>
                  <a:pt x="6759053" y="-14170"/>
                  <a:pt x="6726707" y="16121"/>
                  <a:pt x="6914693" y="0"/>
                </a:cubicBezTo>
                <a:cubicBezTo>
                  <a:pt x="7102679" y="-16121"/>
                  <a:pt x="7397857" y="32594"/>
                  <a:pt x="7609637" y="0"/>
                </a:cubicBezTo>
                <a:cubicBezTo>
                  <a:pt x="7821417" y="-32594"/>
                  <a:pt x="8141235" y="-3745"/>
                  <a:pt x="8513064" y="0"/>
                </a:cubicBezTo>
                <a:cubicBezTo>
                  <a:pt x="8884893" y="3745"/>
                  <a:pt x="8877548" y="3359"/>
                  <a:pt x="9103766" y="0"/>
                </a:cubicBezTo>
                <a:cubicBezTo>
                  <a:pt x="9329984" y="-3359"/>
                  <a:pt x="9545570" y="-17843"/>
                  <a:pt x="9694469" y="0"/>
                </a:cubicBezTo>
                <a:cubicBezTo>
                  <a:pt x="9843368" y="17843"/>
                  <a:pt x="10162477" y="-1217"/>
                  <a:pt x="10424160" y="0"/>
                </a:cubicBezTo>
                <a:cubicBezTo>
                  <a:pt x="10424498" y="7640"/>
                  <a:pt x="10423710" y="11289"/>
                  <a:pt x="10424160" y="18288"/>
                </a:cubicBezTo>
                <a:cubicBezTo>
                  <a:pt x="10184680" y="20716"/>
                  <a:pt x="10034768" y="-9357"/>
                  <a:pt x="9729216" y="18288"/>
                </a:cubicBezTo>
                <a:cubicBezTo>
                  <a:pt x="9423664" y="45933"/>
                  <a:pt x="9309220" y="36372"/>
                  <a:pt x="8930030" y="18288"/>
                </a:cubicBezTo>
                <a:cubicBezTo>
                  <a:pt x="8550840" y="204"/>
                  <a:pt x="8513376" y="34707"/>
                  <a:pt x="8130845" y="18288"/>
                </a:cubicBezTo>
                <a:cubicBezTo>
                  <a:pt x="7748315" y="1869"/>
                  <a:pt x="7864674" y="19659"/>
                  <a:pt x="7644384" y="18288"/>
                </a:cubicBezTo>
                <a:cubicBezTo>
                  <a:pt x="7424094" y="16917"/>
                  <a:pt x="6947001" y="55680"/>
                  <a:pt x="6740957" y="18288"/>
                </a:cubicBezTo>
                <a:cubicBezTo>
                  <a:pt x="6534913" y="-19104"/>
                  <a:pt x="6313809" y="33391"/>
                  <a:pt x="6046013" y="18288"/>
                </a:cubicBezTo>
                <a:cubicBezTo>
                  <a:pt x="5778217" y="3185"/>
                  <a:pt x="5786775" y="1439"/>
                  <a:pt x="5663794" y="18288"/>
                </a:cubicBezTo>
                <a:cubicBezTo>
                  <a:pt x="5540813" y="35137"/>
                  <a:pt x="5204724" y="25434"/>
                  <a:pt x="4968850" y="18288"/>
                </a:cubicBezTo>
                <a:cubicBezTo>
                  <a:pt x="4732976" y="11142"/>
                  <a:pt x="4559928" y="34568"/>
                  <a:pt x="4378147" y="18288"/>
                </a:cubicBezTo>
                <a:cubicBezTo>
                  <a:pt x="4196366" y="2008"/>
                  <a:pt x="3992200" y="35409"/>
                  <a:pt x="3787445" y="18288"/>
                </a:cubicBezTo>
                <a:cubicBezTo>
                  <a:pt x="3582690" y="1167"/>
                  <a:pt x="3488876" y="-7583"/>
                  <a:pt x="3196742" y="18288"/>
                </a:cubicBezTo>
                <a:cubicBezTo>
                  <a:pt x="2904608" y="44159"/>
                  <a:pt x="2729828" y="45906"/>
                  <a:pt x="2606040" y="18288"/>
                </a:cubicBezTo>
                <a:cubicBezTo>
                  <a:pt x="2482252" y="-9330"/>
                  <a:pt x="2000672" y="-5498"/>
                  <a:pt x="1806854" y="18288"/>
                </a:cubicBezTo>
                <a:cubicBezTo>
                  <a:pt x="1613036" y="42074"/>
                  <a:pt x="1310933" y="-4240"/>
                  <a:pt x="1111910" y="18288"/>
                </a:cubicBezTo>
                <a:cubicBezTo>
                  <a:pt x="912887" y="40816"/>
                  <a:pt x="891560" y="1701"/>
                  <a:pt x="729691" y="18288"/>
                </a:cubicBezTo>
                <a:cubicBezTo>
                  <a:pt x="567822" y="34875"/>
                  <a:pt x="203025" y="34462"/>
                  <a:pt x="0" y="18288"/>
                </a:cubicBezTo>
                <a:cubicBezTo>
                  <a:pt x="-82" y="11708"/>
                  <a:pt x="-178" y="8956"/>
                  <a:pt x="0" y="0"/>
                </a:cubicBezTo>
                <a:close/>
              </a:path>
              <a:path w="10424160" h="18288" stroke="0" extrusionOk="0">
                <a:moveTo>
                  <a:pt x="0" y="0"/>
                </a:moveTo>
                <a:cubicBezTo>
                  <a:pt x="119910" y="17195"/>
                  <a:pt x="345032" y="1652"/>
                  <a:pt x="590702" y="0"/>
                </a:cubicBezTo>
                <a:cubicBezTo>
                  <a:pt x="836372" y="-1652"/>
                  <a:pt x="830717" y="-10944"/>
                  <a:pt x="972922" y="0"/>
                </a:cubicBezTo>
                <a:cubicBezTo>
                  <a:pt x="1115127" y="10944"/>
                  <a:pt x="1638708" y="17269"/>
                  <a:pt x="1876349" y="0"/>
                </a:cubicBezTo>
                <a:cubicBezTo>
                  <a:pt x="2113990" y="-17269"/>
                  <a:pt x="2263529" y="27642"/>
                  <a:pt x="2467051" y="0"/>
                </a:cubicBezTo>
                <a:cubicBezTo>
                  <a:pt x="2670573" y="-27642"/>
                  <a:pt x="2867743" y="-1552"/>
                  <a:pt x="3057754" y="0"/>
                </a:cubicBezTo>
                <a:cubicBezTo>
                  <a:pt x="3247765" y="1552"/>
                  <a:pt x="3729099" y="45169"/>
                  <a:pt x="3961181" y="0"/>
                </a:cubicBezTo>
                <a:cubicBezTo>
                  <a:pt x="4193263" y="-45169"/>
                  <a:pt x="4313735" y="4067"/>
                  <a:pt x="4447642" y="0"/>
                </a:cubicBezTo>
                <a:cubicBezTo>
                  <a:pt x="4581549" y="-4067"/>
                  <a:pt x="5123626" y="11867"/>
                  <a:pt x="5351069" y="0"/>
                </a:cubicBezTo>
                <a:cubicBezTo>
                  <a:pt x="5578512" y="-11867"/>
                  <a:pt x="6044105" y="-19983"/>
                  <a:pt x="6254496" y="0"/>
                </a:cubicBezTo>
                <a:cubicBezTo>
                  <a:pt x="6464887" y="19983"/>
                  <a:pt x="6664731" y="4232"/>
                  <a:pt x="6949440" y="0"/>
                </a:cubicBezTo>
                <a:cubicBezTo>
                  <a:pt x="7234149" y="-4232"/>
                  <a:pt x="7497205" y="28731"/>
                  <a:pt x="7852867" y="0"/>
                </a:cubicBezTo>
                <a:cubicBezTo>
                  <a:pt x="8208529" y="-28731"/>
                  <a:pt x="8287556" y="2616"/>
                  <a:pt x="8443570" y="0"/>
                </a:cubicBezTo>
                <a:cubicBezTo>
                  <a:pt x="8599584" y="-2616"/>
                  <a:pt x="8871283" y="-14113"/>
                  <a:pt x="9034272" y="0"/>
                </a:cubicBezTo>
                <a:cubicBezTo>
                  <a:pt x="9197261" y="14113"/>
                  <a:pt x="9604978" y="-35623"/>
                  <a:pt x="9833458" y="0"/>
                </a:cubicBezTo>
                <a:cubicBezTo>
                  <a:pt x="10061938" y="35623"/>
                  <a:pt x="10231944" y="-8194"/>
                  <a:pt x="10424160" y="0"/>
                </a:cubicBezTo>
                <a:cubicBezTo>
                  <a:pt x="10424285" y="4395"/>
                  <a:pt x="10424085" y="9776"/>
                  <a:pt x="10424160" y="18288"/>
                </a:cubicBezTo>
                <a:cubicBezTo>
                  <a:pt x="10058736" y="-5772"/>
                  <a:pt x="9942989" y="-18764"/>
                  <a:pt x="9624974" y="18288"/>
                </a:cubicBezTo>
                <a:cubicBezTo>
                  <a:pt x="9306959" y="55340"/>
                  <a:pt x="9229263" y="24995"/>
                  <a:pt x="8930030" y="18288"/>
                </a:cubicBezTo>
                <a:cubicBezTo>
                  <a:pt x="8630797" y="11581"/>
                  <a:pt x="8647263" y="10931"/>
                  <a:pt x="8547811" y="18288"/>
                </a:cubicBezTo>
                <a:cubicBezTo>
                  <a:pt x="8448359" y="25645"/>
                  <a:pt x="8173221" y="219"/>
                  <a:pt x="8061350" y="18288"/>
                </a:cubicBezTo>
                <a:cubicBezTo>
                  <a:pt x="7949479" y="36357"/>
                  <a:pt x="7437002" y="17516"/>
                  <a:pt x="7157923" y="18288"/>
                </a:cubicBezTo>
                <a:cubicBezTo>
                  <a:pt x="6878844" y="19060"/>
                  <a:pt x="6610241" y="8864"/>
                  <a:pt x="6462979" y="18288"/>
                </a:cubicBezTo>
                <a:cubicBezTo>
                  <a:pt x="6315717" y="27712"/>
                  <a:pt x="6124879" y="4989"/>
                  <a:pt x="5976518" y="18288"/>
                </a:cubicBezTo>
                <a:cubicBezTo>
                  <a:pt x="5828157" y="31587"/>
                  <a:pt x="5566880" y="7112"/>
                  <a:pt x="5281574" y="18288"/>
                </a:cubicBezTo>
                <a:cubicBezTo>
                  <a:pt x="4996268" y="29464"/>
                  <a:pt x="5085614" y="20493"/>
                  <a:pt x="4899355" y="18288"/>
                </a:cubicBezTo>
                <a:cubicBezTo>
                  <a:pt x="4713096" y="16083"/>
                  <a:pt x="4606138" y="34359"/>
                  <a:pt x="4517136" y="18288"/>
                </a:cubicBezTo>
                <a:cubicBezTo>
                  <a:pt x="4428134" y="2217"/>
                  <a:pt x="4125335" y="52414"/>
                  <a:pt x="3822192" y="18288"/>
                </a:cubicBezTo>
                <a:cubicBezTo>
                  <a:pt x="3519049" y="-15838"/>
                  <a:pt x="3453132" y="3859"/>
                  <a:pt x="3335731" y="18288"/>
                </a:cubicBezTo>
                <a:cubicBezTo>
                  <a:pt x="3218330" y="32717"/>
                  <a:pt x="2718749" y="-13936"/>
                  <a:pt x="2536546" y="18288"/>
                </a:cubicBezTo>
                <a:cubicBezTo>
                  <a:pt x="2354343" y="50512"/>
                  <a:pt x="2190669" y="3238"/>
                  <a:pt x="2050085" y="18288"/>
                </a:cubicBezTo>
                <a:cubicBezTo>
                  <a:pt x="1909501" y="33338"/>
                  <a:pt x="1520975" y="3062"/>
                  <a:pt x="1250899" y="18288"/>
                </a:cubicBezTo>
                <a:cubicBezTo>
                  <a:pt x="980823" y="33514"/>
                  <a:pt x="992936" y="28036"/>
                  <a:pt x="868680" y="18288"/>
                </a:cubicBezTo>
                <a:cubicBezTo>
                  <a:pt x="744424" y="8540"/>
                  <a:pt x="230364" y="33365"/>
                  <a:pt x="0" y="18288"/>
                </a:cubicBezTo>
                <a:cubicBezTo>
                  <a:pt x="-504" y="12101"/>
                  <a:pt x="-591" y="771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0" name="Content Placeholder 2">
            <a:extLst>
              <a:ext uri="{FF2B5EF4-FFF2-40B4-BE49-F238E27FC236}">
                <a16:creationId xmlns:a16="http://schemas.microsoft.com/office/drawing/2014/main" id="{B16C46EE-A9B6-3B28-0163-329D99BC23AE}"/>
              </a:ext>
            </a:extLst>
          </p:cNvPr>
          <p:cNvGraphicFramePr>
            <a:graphicFrameLocks noGrp="1"/>
          </p:cNvGraphicFramePr>
          <p:nvPr>
            <p:ph idx="1"/>
            <p:extLst>
              <p:ext uri="{D42A27DB-BD31-4B8C-83A1-F6EECF244321}">
                <p14:modId xmlns:p14="http://schemas.microsoft.com/office/powerpoint/2010/main" val="3354283283"/>
              </p:ext>
            </p:extLst>
          </p:nvPr>
        </p:nvGraphicFramePr>
        <p:xfrm>
          <a:off x="838200" y="2228087"/>
          <a:ext cx="10515600" cy="39488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53064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0CE49-DB6F-4475-A527-30A1338A388C}"/>
              </a:ext>
            </a:extLst>
          </p:cNvPr>
          <p:cNvSpPr>
            <a:spLocks noGrp="1"/>
          </p:cNvSpPr>
          <p:nvPr>
            <p:ph type="title"/>
          </p:nvPr>
        </p:nvSpPr>
        <p:spPr>
          <a:xfrm>
            <a:off x="838200" y="365125"/>
            <a:ext cx="3870512" cy="5807915"/>
          </a:xfrm>
        </p:spPr>
        <p:txBody>
          <a:bodyPr>
            <a:normAutofit/>
          </a:bodyPr>
          <a:lstStyle/>
          <a:p>
            <a:r>
              <a:rPr lang="en-US" sz="6000" dirty="0">
                <a:cs typeface="Calibri Light"/>
              </a:rPr>
              <a:t>The Data Science Workflow</a:t>
            </a:r>
          </a:p>
        </p:txBody>
      </p:sp>
      <p:sp>
        <p:nvSpPr>
          <p:cNvPr id="3" name="Content Placeholder 2">
            <a:extLst>
              <a:ext uri="{FF2B5EF4-FFF2-40B4-BE49-F238E27FC236}">
                <a16:creationId xmlns:a16="http://schemas.microsoft.com/office/drawing/2014/main" id="{C31BB5D6-ACBC-64C3-3FF9-53B828C5B8FB}"/>
              </a:ext>
            </a:extLst>
          </p:cNvPr>
          <p:cNvSpPr>
            <a:spLocks noGrp="1"/>
          </p:cNvSpPr>
          <p:nvPr>
            <p:ph idx="1"/>
          </p:nvPr>
        </p:nvSpPr>
        <p:spPr>
          <a:xfrm>
            <a:off x="5096435" y="368861"/>
            <a:ext cx="6257365" cy="5808102"/>
          </a:xfrm>
        </p:spPr>
        <p:txBody>
          <a:bodyPr vert="horz" lIns="91440" tIns="45720" rIns="91440" bIns="45720" rtlCol="0" anchor="ctr">
            <a:normAutofit/>
          </a:bodyPr>
          <a:lstStyle/>
          <a:p>
            <a:pPr marL="0" indent="0">
              <a:lnSpc>
                <a:spcPct val="100000"/>
              </a:lnSpc>
              <a:spcBef>
                <a:spcPts val="0"/>
              </a:spcBef>
              <a:buNone/>
            </a:pPr>
            <a:r>
              <a:rPr lang="en-US" sz="5400" dirty="0">
                <a:latin typeface="Calibri Light"/>
                <a:ea typeface="+mn-lt"/>
                <a:cs typeface="Calibri Light"/>
              </a:rPr>
              <a:t>Ask questions</a:t>
            </a:r>
            <a:endParaRPr lang="en-US" sz="5400" dirty="0">
              <a:latin typeface="Calibri Light"/>
              <a:cs typeface="Calibri Light"/>
            </a:endParaRPr>
          </a:p>
          <a:p>
            <a:pPr marL="0" indent="0">
              <a:lnSpc>
                <a:spcPct val="100000"/>
              </a:lnSpc>
              <a:spcBef>
                <a:spcPts val="0"/>
              </a:spcBef>
              <a:buNone/>
            </a:pPr>
            <a:r>
              <a:rPr lang="en-US" sz="5400" dirty="0">
                <a:latin typeface="Calibri Light"/>
                <a:ea typeface="+mn-lt"/>
                <a:cs typeface="Calibri Light"/>
              </a:rPr>
              <a:t>Prepare and Plan</a:t>
            </a:r>
          </a:p>
          <a:p>
            <a:pPr marL="0" indent="0">
              <a:lnSpc>
                <a:spcPct val="100000"/>
              </a:lnSpc>
              <a:spcBef>
                <a:spcPts val="0"/>
              </a:spcBef>
              <a:buNone/>
            </a:pPr>
            <a:r>
              <a:rPr lang="en-US" sz="5400" dirty="0">
                <a:latin typeface="Calibri Light"/>
                <a:ea typeface="+mn-lt"/>
                <a:cs typeface="Calibri Light"/>
              </a:rPr>
              <a:t>Process</a:t>
            </a:r>
          </a:p>
          <a:p>
            <a:pPr marL="0" indent="0">
              <a:lnSpc>
                <a:spcPct val="100000"/>
              </a:lnSpc>
              <a:spcBef>
                <a:spcPts val="0"/>
              </a:spcBef>
              <a:buNone/>
            </a:pPr>
            <a:r>
              <a:rPr lang="en-US" sz="5400" dirty="0">
                <a:latin typeface="Calibri Light"/>
                <a:ea typeface="+mn-lt"/>
                <a:cs typeface="Calibri Light"/>
              </a:rPr>
              <a:t>Analyze </a:t>
            </a:r>
          </a:p>
          <a:p>
            <a:pPr marL="0" indent="0">
              <a:lnSpc>
                <a:spcPct val="100000"/>
              </a:lnSpc>
              <a:spcBef>
                <a:spcPts val="0"/>
              </a:spcBef>
              <a:buNone/>
            </a:pPr>
            <a:r>
              <a:rPr lang="en-US" sz="5400" dirty="0">
                <a:latin typeface="Calibri Light"/>
                <a:ea typeface="+mn-lt"/>
                <a:cs typeface="Calibri Light"/>
              </a:rPr>
              <a:t>Share and Act</a:t>
            </a:r>
            <a:endParaRPr lang="en-US" sz="5400" dirty="0">
              <a:latin typeface="Calibri Light"/>
              <a:cs typeface="Calibri Light"/>
            </a:endParaRPr>
          </a:p>
        </p:txBody>
      </p:sp>
      <p:cxnSp>
        <p:nvCxnSpPr>
          <p:cNvPr id="7" name="Straight Arrow Connector 6">
            <a:extLst>
              <a:ext uri="{FF2B5EF4-FFF2-40B4-BE49-F238E27FC236}">
                <a16:creationId xmlns:a16="http://schemas.microsoft.com/office/drawing/2014/main" id="{F0A054A0-9C46-4DBC-1EF3-F7854688571E}"/>
              </a:ext>
            </a:extLst>
          </p:cNvPr>
          <p:cNvCxnSpPr/>
          <p:nvPr/>
        </p:nvCxnSpPr>
        <p:spPr>
          <a:xfrm>
            <a:off x="4438025" y="759189"/>
            <a:ext cx="37475" cy="5271539"/>
          </a:xfrm>
          <a:prstGeom prst="straightConnector1">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6753893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4" descr="Business handshake">
            <a:extLst>
              <a:ext uri="{FF2B5EF4-FFF2-40B4-BE49-F238E27FC236}">
                <a16:creationId xmlns:a16="http://schemas.microsoft.com/office/drawing/2014/main" id="{E587A0BD-972B-8339-70B3-32D7A07BB467}"/>
              </a:ext>
            </a:extLst>
          </p:cNvPr>
          <p:cNvPicPr>
            <a:picLocks noChangeAspect="1"/>
          </p:cNvPicPr>
          <p:nvPr/>
        </p:nvPicPr>
        <p:blipFill rotWithShape="1">
          <a:blip r:embed="rId3"/>
          <a:srcRect r="6062" b="2"/>
          <a:stretch/>
        </p:blipFill>
        <p:spPr>
          <a:xfrm>
            <a:off x="2522356" y="10"/>
            <a:ext cx="9669642" cy="6857990"/>
          </a:xfrm>
          <a:prstGeom prst="rect">
            <a:avLst/>
          </a:prstGeom>
        </p:spPr>
      </p:pic>
      <p:sp>
        <p:nvSpPr>
          <p:cNvPr id="13" name="Rectangle 12">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9026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416EAEE-83AF-306F-E71D-BD3D2F4EBFFF}"/>
              </a:ext>
            </a:extLst>
          </p:cNvPr>
          <p:cNvSpPr>
            <a:spLocks noGrp="1"/>
          </p:cNvSpPr>
          <p:nvPr>
            <p:ph type="title"/>
          </p:nvPr>
        </p:nvSpPr>
        <p:spPr>
          <a:xfrm>
            <a:off x="838200" y="365125"/>
            <a:ext cx="3822189" cy="1899912"/>
          </a:xfrm>
        </p:spPr>
        <p:txBody>
          <a:bodyPr>
            <a:normAutofit/>
          </a:bodyPr>
          <a:lstStyle/>
          <a:p>
            <a:r>
              <a:rPr lang="en-US" sz="4000">
                <a:ea typeface="Calibri Light"/>
                <a:cs typeface="Calibri Light"/>
              </a:rPr>
              <a:t>Goal Generation Meeting</a:t>
            </a:r>
            <a:endParaRPr lang="en-US" sz="4000"/>
          </a:p>
        </p:txBody>
      </p:sp>
      <p:sp>
        <p:nvSpPr>
          <p:cNvPr id="8" name="Content Placeholder 7">
            <a:extLst>
              <a:ext uri="{FF2B5EF4-FFF2-40B4-BE49-F238E27FC236}">
                <a16:creationId xmlns:a16="http://schemas.microsoft.com/office/drawing/2014/main" id="{031AE9C1-747C-9B3B-D188-215E0C7E9716}"/>
              </a:ext>
            </a:extLst>
          </p:cNvPr>
          <p:cNvSpPr>
            <a:spLocks noGrp="1"/>
          </p:cNvSpPr>
          <p:nvPr>
            <p:ph idx="1"/>
          </p:nvPr>
        </p:nvSpPr>
        <p:spPr>
          <a:xfrm>
            <a:off x="295406" y="2486393"/>
            <a:ext cx="4364983" cy="4066351"/>
          </a:xfrm>
        </p:spPr>
        <p:txBody>
          <a:bodyPr vert="horz" lIns="91440" tIns="45720" rIns="91440" bIns="45720" rtlCol="0" anchor="t">
            <a:normAutofit/>
          </a:bodyPr>
          <a:lstStyle/>
          <a:p>
            <a:r>
              <a:rPr lang="en-US" sz="3200" dirty="0">
                <a:ea typeface="Calibri"/>
                <a:cs typeface="Calibri"/>
              </a:rPr>
              <a:t>Stakeholder Needs</a:t>
            </a:r>
          </a:p>
          <a:p>
            <a:r>
              <a:rPr lang="en-US" sz="3200" dirty="0">
                <a:ea typeface="Calibri"/>
                <a:cs typeface="Calibri"/>
              </a:rPr>
              <a:t>Important Questions</a:t>
            </a:r>
          </a:p>
          <a:p>
            <a:pPr lvl="1">
              <a:lnSpc>
                <a:spcPct val="100000"/>
              </a:lnSpc>
              <a:spcBef>
                <a:spcPts val="0"/>
              </a:spcBef>
            </a:pPr>
            <a:r>
              <a:rPr lang="en-US" dirty="0">
                <a:ea typeface="+mn-lt"/>
                <a:cs typeface="+mn-lt"/>
              </a:rPr>
              <a:t>What kind of results are needed?</a:t>
            </a:r>
          </a:p>
          <a:p>
            <a:pPr lvl="1">
              <a:lnSpc>
                <a:spcPct val="100000"/>
              </a:lnSpc>
              <a:spcBef>
                <a:spcPts val="0"/>
              </a:spcBef>
            </a:pPr>
            <a:r>
              <a:rPr lang="en-US" dirty="0">
                <a:ea typeface="+mn-lt"/>
                <a:cs typeface="+mn-lt"/>
              </a:rPr>
              <a:t>Who will be informed?</a:t>
            </a:r>
          </a:p>
          <a:p>
            <a:pPr lvl="1">
              <a:lnSpc>
                <a:spcPct val="100000"/>
              </a:lnSpc>
              <a:spcBef>
                <a:spcPts val="0"/>
              </a:spcBef>
            </a:pPr>
            <a:r>
              <a:rPr lang="en-US" dirty="0">
                <a:ea typeface="+mn-lt"/>
                <a:cs typeface="+mn-lt"/>
              </a:rPr>
              <a:t>How quickly does a decision need to be made?</a:t>
            </a:r>
          </a:p>
          <a:p>
            <a:r>
              <a:rPr lang="en-US" sz="3200" dirty="0">
                <a:ea typeface="Calibri"/>
                <a:cs typeface="Calibri"/>
              </a:rPr>
              <a:t>Ask for a Domain SME</a:t>
            </a:r>
          </a:p>
        </p:txBody>
      </p:sp>
    </p:spTree>
    <p:extLst>
      <p:ext uri="{BB962C8B-B14F-4D97-AF65-F5344CB8AC3E}">
        <p14:creationId xmlns:p14="http://schemas.microsoft.com/office/powerpoint/2010/main" val="27957365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Video from DAU Powerful Example: Data Powers Naval Aviation Readiness</a:t>
            </a:r>
          </a:p>
          <a:p>
            <a:r>
              <a:rPr lang="en-US" dirty="0"/>
              <a:t>https://www.dau.edu/powerful-examples/Blog/Powerful-Example---Navy-uses-data-analytics-to-overcome-fleet-readiness-challenges</a:t>
            </a:r>
          </a:p>
          <a:p>
            <a:r>
              <a:rPr lang="en-US" dirty="0"/>
              <a:t>Video link:</a:t>
            </a:r>
          </a:p>
          <a:p>
            <a:pPr lvl="1"/>
            <a:r>
              <a:rPr lang="en-US" dirty="0"/>
              <a:t>https://cdnapisec.kaltura.com/index.php/extwidget/preview/partner_id/2203981/uiconf_id/39997971  /</a:t>
            </a:r>
            <a:r>
              <a:rPr lang="en-US" dirty="0" err="1"/>
              <a:t>entry_id</a:t>
            </a:r>
            <a:r>
              <a:rPr lang="en-US" dirty="0"/>
              <a:t>/1_v69pmm8w/embed/dynamic</a:t>
            </a:r>
          </a:p>
        </p:txBody>
      </p:sp>
      <p:sp>
        <p:nvSpPr>
          <p:cNvPr id="4" name="Title 1"/>
          <p:cNvSpPr>
            <a:spLocks noGrp="1"/>
          </p:cNvSpPr>
          <p:nvPr>
            <p:ph type="title"/>
          </p:nvPr>
        </p:nvSpPr>
        <p:spPr>
          <a:xfrm>
            <a:off x="838200" y="365125"/>
            <a:ext cx="10515600" cy="1325563"/>
          </a:xfrm>
        </p:spPr>
        <p:txBody>
          <a:bodyPr/>
          <a:lstStyle/>
          <a:p>
            <a:r>
              <a:rPr lang="en-US" dirty="0"/>
              <a:t>Example: Navy Readiness</a:t>
            </a:r>
          </a:p>
        </p:txBody>
      </p:sp>
    </p:spTree>
    <p:extLst>
      <p:ext uri="{BB962C8B-B14F-4D97-AF65-F5344CB8AC3E}">
        <p14:creationId xmlns:p14="http://schemas.microsoft.com/office/powerpoint/2010/main" val="15203607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Next Steps</a:t>
            </a:r>
          </a:p>
        </p:txBody>
      </p:sp>
      <p:sp>
        <p:nvSpPr>
          <p:cNvPr id="3" name="Content Placeholder 2"/>
          <p:cNvSpPr>
            <a:spLocks noGrp="1"/>
          </p:cNvSpPr>
          <p:nvPr>
            <p:ph idx="1"/>
          </p:nvPr>
        </p:nvSpPr>
        <p:spPr/>
        <p:txBody>
          <a:bodyPr>
            <a:normAutofit/>
          </a:bodyPr>
          <a:lstStyle/>
          <a:p>
            <a:r>
              <a:rPr lang="en-US" sz="3600" dirty="0"/>
              <a:t>Python Primer</a:t>
            </a:r>
          </a:p>
          <a:p>
            <a:r>
              <a:rPr lang="en-US" sz="3600" dirty="0"/>
              <a:t>Data Science Workflow</a:t>
            </a:r>
          </a:p>
          <a:p>
            <a:pPr lvl="1"/>
            <a:r>
              <a:rPr lang="en-US" sz="3200" dirty="0"/>
              <a:t>Prepare and Plan</a:t>
            </a:r>
          </a:p>
          <a:p>
            <a:pPr lvl="1"/>
            <a:r>
              <a:rPr lang="en-US" sz="3200" dirty="0"/>
              <a:t>Process</a:t>
            </a:r>
          </a:p>
          <a:p>
            <a:pPr lvl="1"/>
            <a:r>
              <a:rPr lang="en-US" sz="3200" dirty="0"/>
              <a:t>Analyze</a:t>
            </a:r>
          </a:p>
          <a:p>
            <a:pPr lvl="1"/>
            <a:r>
              <a:rPr lang="en-US" sz="3200" dirty="0"/>
              <a:t>Share and Act</a:t>
            </a:r>
          </a:p>
        </p:txBody>
      </p:sp>
    </p:spTree>
    <p:extLst>
      <p:ext uri="{BB962C8B-B14F-4D97-AF65-F5344CB8AC3E}">
        <p14:creationId xmlns:p14="http://schemas.microsoft.com/office/powerpoint/2010/main" val="413550482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F46216B-77A9-411A-B9D3-5023FCB7020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B01A580F53F4543A2E96B2239EC4F98" ma:contentTypeVersion="14" ma:contentTypeDescription="Create a new document." ma:contentTypeScope="" ma:versionID="e11df8cf128c74243d6cc8be243dae07">
  <xsd:schema xmlns:xsd="http://www.w3.org/2001/XMLSchema" xmlns:xs="http://www.w3.org/2001/XMLSchema" xmlns:p="http://schemas.microsoft.com/office/2006/metadata/properties" xmlns:ns1="http://schemas.microsoft.com/sharepoint/v3" xmlns:ns2="41a6ce0b-8539-405f-ad90-1bd1e30cc550" xmlns:ns3="4633faca-bbc5-4094-b7a4-5c25516f9b1f" targetNamespace="http://schemas.microsoft.com/office/2006/metadata/properties" ma:root="true" ma:fieldsID="cd5ba2dc55b0b6ad818aa030d9fbbfc6" ns1:_="" ns2:_="" ns3:_="">
    <xsd:import namespace="http://schemas.microsoft.com/sharepoint/v3"/>
    <xsd:import namespace="41a6ce0b-8539-405f-ad90-1bd1e30cc550"/>
    <xsd:import namespace="4633faca-bbc5-4094-b7a4-5c25516f9b1f"/>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ObjectDetectorVersions" minOccurs="0"/>
                <xsd:element ref="ns2:MediaServiceSearchProperties"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1a6ce0b-8539-405f-ad90-1bd1e30cc55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95476efd-2625-4ffb-b020-68dbe4abf389"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633faca-bbc5-4094-b7a4-5c25516f9b1f"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a5c15979-8294-4262-82c4-56f221eef512}" ma:internalName="TaxCatchAll" ma:showField="CatchAllData" ma:web="4633faca-bbc5-4094-b7a4-5c25516f9b1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lcf76f155ced4ddcb4097134ff3c332f xmlns="41a6ce0b-8539-405f-ad90-1bd1e30cc550">
      <Terms xmlns="http://schemas.microsoft.com/office/infopath/2007/PartnerControls"/>
    </lcf76f155ced4ddcb4097134ff3c332f>
    <TaxCatchAll xmlns="4633faca-bbc5-4094-b7a4-5c25516f9b1f" xsi:nil="true"/>
  </documentManagement>
</p:properties>
</file>

<file path=customXml/itemProps1.xml><?xml version="1.0" encoding="utf-8"?>
<ds:datastoreItem xmlns:ds="http://schemas.openxmlformats.org/officeDocument/2006/customXml" ds:itemID="{47B9D6BF-BF06-4027-B366-21D496666ADD}"/>
</file>

<file path=customXml/itemProps2.xml><?xml version="1.0" encoding="utf-8"?>
<ds:datastoreItem xmlns:ds="http://schemas.openxmlformats.org/officeDocument/2006/customXml" ds:itemID="{63F90740-7E42-494A-A353-A56B6E3C92BC}"/>
</file>

<file path=customXml/itemProps3.xml><?xml version="1.0" encoding="utf-8"?>
<ds:datastoreItem xmlns:ds="http://schemas.openxmlformats.org/officeDocument/2006/customXml" ds:itemID="{501CCEB3-E194-4FF3-AD06-6B252BE68605}"/>
</file>

<file path=docProps/app.xml><?xml version="1.0" encoding="utf-8"?>
<Properties xmlns="http://schemas.openxmlformats.org/officeDocument/2006/extended-properties" xmlns:vt="http://schemas.openxmlformats.org/officeDocument/2006/docPropsVTypes">
  <Template>Office Theme</Template>
  <TotalTime>199</TotalTime>
  <Words>1105</Words>
  <Application>Microsoft Office PowerPoint</Application>
  <PresentationFormat>Widescreen</PresentationFormat>
  <Paragraphs>104</Paragraphs>
  <Slides>9</Slides>
  <Notes>7</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Data Science and You</vt:lpstr>
      <vt:lpstr>Data Driven Missions</vt:lpstr>
      <vt:lpstr>Purpose</vt:lpstr>
      <vt:lpstr>PowerPoint Presentation</vt:lpstr>
      <vt:lpstr>Data Scientist Support</vt:lpstr>
      <vt:lpstr>The Data Science Workflow</vt:lpstr>
      <vt:lpstr>Goal Generation Meeting</vt:lpstr>
      <vt:lpstr>Example: Navy Readiness</vt:lpstr>
      <vt:lpstr>Next Steps</vt:lpstr>
    </vt:vector>
  </TitlesOfParts>
  <Company>AFIT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PATEL, HIREN J Lt Col USAF AETC AFIT/LSS</dc:creator>
  <cp:lastModifiedBy>PATEL, HIREN J Lt Col USAF AETC AFIT/LSS</cp:lastModifiedBy>
  <cp:revision>47</cp:revision>
  <dcterms:created xsi:type="dcterms:W3CDTF">2022-11-02T14:37:43Z</dcterms:created>
  <dcterms:modified xsi:type="dcterms:W3CDTF">2022-11-23T14:57:47Z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0x010100BB01A580F53F4543A2E96B2239EC4F98</vt:lpwstr>
  </property>
  <property fmtid="{D5CDD505-2E9C-101B-9397-08002B2CF9AE}" pid="3" name="MediaServiceImageTags">
    <vt:lpwstr/>
  </property>
</Properties>
</file>